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398" y="2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0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12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0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12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3F1C57-E055-4F4A-AF3B-5459F46D8BD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DA8FE02-8186-441F-9027-0869EACB801B}">
      <dgm:prSet/>
      <dgm:spPr/>
      <dgm:t>
        <a:bodyPr/>
        <a:lstStyle/>
        <a:p>
          <a:pPr>
            <a:defRPr cap="all"/>
          </a:pPr>
          <a:r>
            <a:rPr lang="en-US"/>
            <a:t>▸ Handwriting is highly personal and inconsistent – standard datasets (e.g. MNIST) fail.</a:t>
          </a:r>
        </a:p>
      </dgm:t>
    </dgm:pt>
    <dgm:pt modelId="{43F66AD0-AFAF-4238-A18A-8A01BD45A84A}" type="parTrans" cxnId="{9F22D966-038E-4782-8876-3C7CBF4BFEF8}">
      <dgm:prSet/>
      <dgm:spPr/>
      <dgm:t>
        <a:bodyPr/>
        <a:lstStyle/>
        <a:p>
          <a:endParaRPr lang="en-US"/>
        </a:p>
      </dgm:t>
    </dgm:pt>
    <dgm:pt modelId="{A45B9EE9-04F7-4940-BD1C-4A58D6B74D7E}" type="sibTrans" cxnId="{9F22D966-038E-4782-8876-3C7CBF4BFEF8}">
      <dgm:prSet/>
      <dgm:spPr/>
      <dgm:t>
        <a:bodyPr/>
        <a:lstStyle/>
        <a:p>
          <a:endParaRPr lang="en-US"/>
        </a:p>
      </dgm:t>
    </dgm:pt>
    <dgm:pt modelId="{5C2A19DE-91AE-4DD2-984A-C5790C5C5551}">
      <dgm:prSet/>
      <dgm:spPr/>
      <dgm:t>
        <a:bodyPr/>
        <a:lstStyle/>
        <a:p>
          <a:pPr>
            <a:defRPr cap="all"/>
          </a:pPr>
          <a:r>
            <a:rPr lang="en-US"/>
            <a:t>▸ Need to recognise both digits (0‑9) and letters (A‑Z, a‑z) from real notebooks / photos.</a:t>
          </a:r>
        </a:p>
      </dgm:t>
    </dgm:pt>
    <dgm:pt modelId="{89DA66E2-DF43-4E3A-A146-16511B62817F}" type="parTrans" cxnId="{B90E6C80-EFA8-48A4-94B0-466DCE6800E4}">
      <dgm:prSet/>
      <dgm:spPr/>
      <dgm:t>
        <a:bodyPr/>
        <a:lstStyle/>
        <a:p>
          <a:endParaRPr lang="en-US"/>
        </a:p>
      </dgm:t>
    </dgm:pt>
    <dgm:pt modelId="{8BCCC74C-82B6-486F-81A6-E381703F823E}" type="sibTrans" cxnId="{B90E6C80-EFA8-48A4-94B0-466DCE6800E4}">
      <dgm:prSet/>
      <dgm:spPr/>
      <dgm:t>
        <a:bodyPr/>
        <a:lstStyle/>
        <a:p>
          <a:endParaRPr lang="en-US"/>
        </a:p>
      </dgm:t>
    </dgm:pt>
    <dgm:pt modelId="{0E843F72-B4DB-40BD-B2A4-77D7249053F5}">
      <dgm:prSet/>
      <dgm:spPr/>
      <dgm:t>
        <a:bodyPr/>
        <a:lstStyle/>
        <a:p>
          <a:pPr>
            <a:defRPr cap="all"/>
          </a:pPr>
          <a:r>
            <a:rPr lang="en-US"/>
            <a:t>▸ Goal: Accurate, CPU‑light model that anyone can test in a browser (drawing or uploading).</a:t>
          </a:r>
        </a:p>
      </dgm:t>
    </dgm:pt>
    <dgm:pt modelId="{E837BFDC-2805-4124-B00B-F23A7BE28944}" type="parTrans" cxnId="{E52268A6-6FD9-4FA1-931E-F23F5275FF15}">
      <dgm:prSet/>
      <dgm:spPr/>
      <dgm:t>
        <a:bodyPr/>
        <a:lstStyle/>
        <a:p>
          <a:endParaRPr lang="en-US"/>
        </a:p>
      </dgm:t>
    </dgm:pt>
    <dgm:pt modelId="{06D955DD-BC9B-48D6-A066-FFEF7D623A54}" type="sibTrans" cxnId="{E52268A6-6FD9-4FA1-931E-F23F5275FF15}">
      <dgm:prSet/>
      <dgm:spPr/>
      <dgm:t>
        <a:bodyPr/>
        <a:lstStyle/>
        <a:p>
          <a:endParaRPr lang="en-US"/>
        </a:p>
      </dgm:t>
    </dgm:pt>
    <dgm:pt modelId="{5A81D90A-F515-40AA-A0B7-EAB43E46CA58}" type="pres">
      <dgm:prSet presAssocID="{F73F1C57-E055-4F4A-AF3B-5459F46D8BD6}" presName="root" presStyleCnt="0">
        <dgm:presLayoutVars>
          <dgm:dir/>
          <dgm:resizeHandles val="exact"/>
        </dgm:presLayoutVars>
      </dgm:prSet>
      <dgm:spPr/>
    </dgm:pt>
    <dgm:pt modelId="{DD63C1EA-CDF6-4A9E-B6C8-A723B8333D85}" type="pres">
      <dgm:prSet presAssocID="{5DA8FE02-8186-441F-9027-0869EACB801B}" presName="compNode" presStyleCnt="0"/>
      <dgm:spPr/>
    </dgm:pt>
    <dgm:pt modelId="{567111AC-C5AC-490A-80BB-D27FF8B2D25B}" type="pres">
      <dgm:prSet presAssocID="{5DA8FE02-8186-441F-9027-0869EACB801B}" presName="iconBgRect" presStyleLbl="bgShp" presStyleIdx="0" presStyleCnt="3"/>
      <dgm:spPr/>
    </dgm:pt>
    <dgm:pt modelId="{0F74FB3B-77E0-49BD-8E70-3BC37D05DC02}" type="pres">
      <dgm:prSet presAssocID="{5DA8FE02-8186-441F-9027-0869EACB801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55FD54B4-AFA5-4CB7-8500-27BC540272CF}" type="pres">
      <dgm:prSet presAssocID="{5DA8FE02-8186-441F-9027-0869EACB801B}" presName="spaceRect" presStyleCnt="0"/>
      <dgm:spPr/>
    </dgm:pt>
    <dgm:pt modelId="{4771CB07-15F4-4E12-A705-8DCE48B4C351}" type="pres">
      <dgm:prSet presAssocID="{5DA8FE02-8186-441F-9027-0869EACB801B}" presName="textRect" presStyleLbl="revTx" presStyleIdx="0" presStyleCnt="3">
        <dgm:presLayoutVars>
          <dgm:chMax val="1"/>
          <dgm:chPref val="1"/>
        </dgm:presLayoutVars>
      </dgm:prSet>
      <dgm:spPr/>
    </dgm:pt>
    <dgm:pt modelId="{685B02C9-FA81-4908-9F6C-71F2D87A5E46}" type="pres">
      <dgm:prSet presAssocID="{A45B9EE9-04F7-4940-BD1C-4A58D6B74D7E}" presName="sibTrans" presStyleCnt="0"/>
      <dgm:spPr/>
    </dgm:pt>
    <dgm:pt modelId="{1DA7FCD4-8745-43D5-9FBB-A08922EA22AA}" type="pres">
      <dgm:prSet presAssocID="{5C2A19DE-91AE-4DD2-984A-C5790C5C5551}" presName="compNode" presStyleCnt="0"/>
      <dgm:spPr/>
    </dgm:pt>
    <dgm:pt modelId="{681152D1-AA29-44C4-90DB-EA07EFF93635}" type="pres">
      <dgm:prSet presAssocID="{5C2A19DE-91AE-4DD2-984A-C5790C5C5551}" presName="iconBgRect" presStyleLbl="bgShp" presStyleIdx="1" presStyleCnt="3"/>
      <dgm:spPr/>
    </dgm:pt>
    <dgm:pt modelId="{FDABE385-C734-419F-857F-C0FE425BE98F}" type="pres">
      <dgm:prSet presAssocID="{5C2A19DE-91AE-4DD2-984A-C5790C5C555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E5A1B5E3-4996-479A-BE68-755654C4BA8E}" type="pres">
      <dgm:prSet presAssocID="{5C2A19DE-91AE-4DD2-984A-C5790C5C5551}" presName="spaceRect" presStyleCnt="0"/>
      <dgm:spPr/>
    </dgm:pt>
    <dgm:pt modelId="{C6932C0B-7288-4A45-921F-BEC6282F7937}" type="pres">
      <dgm:prSet presAssocID="{5C2A19DE-91AE-4DD2-984A-C5790C5C5551}" presName="textRect" presStyleLbl="revTx" presStyleIdx="1" presStyleCnt="3">
        <dgm:presLayoutVars>
          <dgm:chMax val="1"/>
          <dgm:chPref val="1"/>
        </dgm:presLayoutVars>
      </dgm:prSet>
      <dgm:spPr/>
    </dgm:pt>
    <dgm:pt modelId="{D7A5D154-706F-4A80-BB40-84ED452A2812}" type="pres">
      <dgm:prSet presAssocID="{8BCCC74C-82B6-486F-81A6-E381703F823E}" presName="sibTrans" presStyleCnt="0"/>
      <dgm:spPr/>
    </dgm:pt>
    <dgm:pt modelId="{83856E1B-2A03-4F07-8053-E3614E8E0702}" type="pres">
      <dgm:prSet presAssocID="{0E843F72-B4DB-40BD-B2A4-77D7249053F5}" presName="compNode" presStyleCnt="0"/>
      <dgm:spPr/>
    </dgm:pt>
    <dgm:pt modelId="{9BE7E60A-561D-4B0E-9C8C-BF06D2646F64}" type="pres">
      <dgm:prSet presAssocID="{0E843F72-B4DB-40BD-B2A4-77D7249053F5}" presName="iconBgRect" presStyleLbl="bgShp" presStyleIdx="2" presStyleCnt="3"/>
      <dgm:spPr/>
    </dgm:pt>
    <dgm:pt modelId="{0391D010-01D1-4DB0-9256-B92601423FF7}" type="pres">
      <dgm:prSet presAssocID="{0E843F72-B4DB-40BD-B2A4-77D7249053F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FF958903-63BA-4547-8152-17519749148D}" type="pres">
      <dgm:prSet presAssocID="{0E843F72-B4DB-40BD-B2A4-77D7249053F5}" presName="spaceRect" presStyleCnt="0"/>
      <dgm:spPr/>
    </dgm:pt>
    <dgm:pt modelId="{5177239D-5F53-4866-A403-9338D0829E8A}" type="pres">
      <dgm:prSet presAssocID="{0E843F72-B4DB-40BD-B2A4-77D7249053F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704A61B-1819-44A6-A414-D67E6B1C56B4}" type="presOf" srcId="{5DA8FE02-8186-441F-9027-0869EACB801B}" destId="{4771CB07-15F4-4E12-A705-8DCE48B4C351}" srcOrd="0" destOrd="0" presId="urn:microsoft.com/office/officeart/2018/5/layout/IconCircleLabelList"/>
    <dgm:cxn modelId="{13F75E33-7CD0-4813-87E5-7A5786E42130}" type="presOf" srcId="{5C2A19DE-91AE-4DD2-984A-C5790C5C5551}" destId="{C6932C0B-7288-4A45-921F-BEC6282F7937}" srcOrd="0" destOrd="0" presId="urn:microsoft.com/office/officeart/2018/5/layout/IconCircleLabelList"/>
    <dgm:cxn modelId="{9F22D966-038E-4782-8876-3C7CBF4BFEF8}" srcId="{F73F1C57-E055-4F4A-AF3B-5459F46D8BD6}" destId="{5DA8FE02-8186-441F-9027-0869EACB801B}" srcOrd="0" destOrd="0" parTransId="{43F66AD0-AFAF-4238-A18A-8A01BD45A84A}" sibTransId="{A45B9EE9-04F7-4940-BD1C-4A58D6B74D7E}"/>
    <dgm:cxn modelId="{B90E6C80-EFA8-48A4-94B0-466DCE6800E4}" srcId="{F73F1C57-E055-4F4A-AF3B-5459F46D8BD6}" destId="{5C2A19DE-91AE-4DD2-984A-C5790C5C5551}" srcOrd="1" destOrd="0" parTransId="{89DA66E2-DF43-4E3A-A146-16511B62817F}" sibTransId="{8BCCC74C-82B6-486F-81A6-E381703F823E}"/>
    <dgm:cxn modelId="{CE750E99-1ABB-41B3-806E-80F8CF25A24C}" type="presOf" srcId="{0E843F72-B4DB-40BD-B2A4-77D7249053F5}" destId="{5177239D-5F53-4866-A403-9338D0829E8A}" srcOrd="0" destOrd="0" presId="urn:microsoft.com/office/officeart/2018/5/layout/IconCircleLabelList"/>
    <dgm:cxn modelId="{E52268A6-6FD9-4FA1-931E-F23F5275FF15}" srcId="{F73F1C57-E055-4F4A-AF3B-5459F46D8BD6}" destId="{0E843F72-B4DB-40BD-B2A4-77D7249053F5}" srcOrd="2" destOrd="0" parTransId="{E837BFDC-2805-4124-B00B-F23A7BE28944}" sibTransId="{06D955DD-BC9B-48D6-A066-FFEF7D623A54}"/>
    <dgm:cxn modelId="{230478D0-7FD8-4D65-AB40-0C7F0193B9F0}" type="presOf" srcId="{F73F1C57-E055-4F4A-AF3B-5459F46D8BD6}" destId="{5A81D90A-F515-40AA-A0B7-EAB43E46CA58}" srcOrd="0" destOrd="0" presId="urn:microsoft.com/office/officeart/2018/5/layout/IconCircleLabelList"/>
    <dgm:cxn modelId="{143FFCA7-9526-4C65-ADEB-F6AEBDE18DB7}" type="presParOf" srcId="{5A81D90A-F515-40AA-A0B7-EAB43E46CA58}" destId="{DD63C1EA-CDF6-4A9E-B6C8-A723B8333D85}" srcOrd="0" destOrd="0" presId="urn:microsoft.com/office/officeart/2018/5/layout/IconCircleLabelList"/>
    <dgm:cxn modelId="{107B3EAE-3147-442E-8619-7E49D7190F17}" type="presParOf" srcId="{DD63C1EA-CDF6-4A9E-B6C8-A723B8333D85}" destId="{567111AC-C5AC-490A-80BB-D27FF8B2D25B}" srcOrd="0" destOrd="0" presId="urn:microsoft.com/office/officeart/2018/5/layout/IconCircleLabelList"/>
    <dgm:cxn modelId="{535958AA-7FB3-48D8-B5A0-76B601841BFF}" type="presParOf" srcId="{DD63C1EA-CDF6-4A9E-B6C8-A723B8333D85}" destId="{0F74FB3B-77E0-49BD-8E70-3BC37D05DC02}" srcOrd="1" destOrd="0" presId="urn:microsoft.com/office/officeart/2018/5/layout/IconCircleLabelList"/>
    <dgm:cxn modelId="{FFDAF3BE-27EE-4637-847C-18CBA5225188}" type="presParOf" srcId="{DD63C1EA-CDF6-4A9E-B6C8-A723B8333D85}" destId="{55FD54B4-AFA5-4CB7-8500-27BC540272CF}" srcOrd="2" destOrd="0" presId="urn:microsoft.com/office/officeart/2018/5/layout/IconCircleLabelList"/>
    <dgm:cxn modelId="{C6F72973-FCEB-4243-8663-059EAAB18C4A}" type="presParOf" srcId="{DD63C1EA-CDF6-4A9E-B6C8-A723B8333D85}" destId="{4771CB07-15F4-4E12-A705-8DCE48B4C351}" srcOrd="3" destOrd="0" presId="urn:microsoft.com/office/officeart/2018/5/layout/IconCircleLabelList"/>
    <dgm:cxn modelId="{878E0156-F560-4E7D-BF42-574A1F6B446A}" type="presParOf" srcId="{5A81D90A-F515-40AA-A0B7-EAB43E46CA58}" destId="{685B02C9-FA81-4908-9F6C-71F2D87A5E46}" srcOrd="1" destOrd="0" presId="urn:microsoft.com/office/officeart/2018/5/layout/IconCircleLabelList"/>
    <dgm:cxn modelId="{E31B63FC-7E30-4105-9514-B516CBCC1950}" type="presParOf" srcId="{5A81D90A-F515-40AA-A0B7-EAB43E46CA58}" destId="{1DA7FCD4-8745-43D5-9FBB-A08922EA22AA}" srcOrd="2" destOrd="0" presId="urn:microsoft.com/office/officeart/2018/5/layout/IconCircleLabelList"/>
    <dgm:cxn modelId="{9A1AFFA4-18BA-43E9-AA50-B1A775800F78}" type="presParOf" srcId="{1DA7FCD4-8745-43D5-9FBB-A08922EA22AA}" destId="{681152D1-AA29-44C4-90DB-EA07EFF93635}" srcOrd="0" destOrd="0" presId="urn:microsoft.com/office/officeart/2018/5/layout/IconCircleLabelList"/>
    <dgm:cxn modelId="{C0686EC7-2EC7-4043-9CDB-86DEACCAE7C4}" type="presParOf" srcId="{1DA7FCD4-8745-43D5-9FBB-A08922EA22AA}" destId="{FDABE385-C734-419F-857F-C0FE425BE98F}" srcOrd="1" destOrd="0" presId="urn:microsoft.com/office/officeart/2018/5/layout/IconCircleLabelList"/>
    <dgm:cxn modelId="{483B05C3-6753-461F-94CA-0EA37C2635E8}" type="presParOf" srcId="{1DA7FCD4-8745-43D5-9FBB-A08922EA22AA}" destId="{E5A1B5E3-4996-479A-BE68-755654C4BA8E}" srcOrd="2" destOrd="0" presId="urn:microsoft.com/office/officeart/2018/5/layout/IconCircleLabelList"/>
    <dgm:cxn modelId="{B149BA68-2A65-482F-BBC7-255261757657}" type="presParOf" srcId="{1DA7FCD4-8745-43D5-9FBB-A08922EA22AA}" destId="{C6932C0B-7288-4A45-921F-BEC6282F7937}" srcOrd="3" destOrd="0" presId="urn:microsoft.com/office/officeart/2018/5/layout/IconCircleLabelList"/>
    <dgm:cxn modelId="{708F62C3-6A00-4F16-B2B2-1BF68CAC5E83}" type="presParOf" srcId="{5A81D90A-F515-40AA-A0B7-EAB43E46CA58}" destId="{D7A5D154-706F-4A80-BB40-84ED452A2812}" srcOrd="3" destOrd="0" presId="urn:microsoft.com/office/officeart/2018/5/layout/IconCircleLabelList"/>
    <dgm:cxn modelId="{54055BC2-DC74-4C9A-B607-912827A4769C}" type="presParOf" srcId="{5A81D90A-F515-40AA-A0B7-EAB43E46CA58}" destId="{83856E1B-2A03-4F07-8053-E3614E8E0702}" srcOrd="4" destOrd="0" presId="urn:microsoft.com/office/officeart/2018/5/layout/IconCircleLabelList"/>
    <dgm:cxn modelId="{3B1DEE39-3553-43A4-8588-010DC2386AA0}" type="presParOf" srcId="{83856E1B-2A03-4F07-8053-E3614E8E0702}" destId="{9BE7E60A-561D-4B0E-9C8C-BF06D2646F64}" srcOrd="0" destOrd="0" presId="urn:microsoft.com/office/officeart/2018/5/layout/IconCircleLabelList"/>
    <dgm:cxn modelId="{F81E9366-A663-4863-90A0-0A6398B18C51}" type="presParOf" srcId="{83856E1B-2A03-4F07-8053-E3614E8E0702}" destId="{0391D010-01D1-4DB0-9256-B92601423FF7}" srcOrd="1" destOrd="0" presId="urn:microsoft.com/office/officeart/2018/5/layout/IconCircleLabelList"/>
    <dgm:cxn modelId="{B1E1399A-86C3-4F3B-8615-1DD723996937}" type="presParOf" srcId="{83856E1B-2A03-4F07-8053-E3614E8E0702}" destId="{FF958903-63BA-4547-8152-17519749148D}" srcOrd="2" destOrd="0" presId="urn:microsoft.com/office/officeart/2018/5/layout/IconCircleLabelList"/>
    <dgm:cxn modelId="{B8FCD739-BF99-47FF-BC62-406A77A96530}" type="presParOf" srcId="{83856E1B-2A03-4F07-8053-E3614E8E0702}" destId="{5177239D-5F53-4866-A403-9338D0829E8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8CFE80-4226-40EB-AF25-A50470E93CE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D91671B-CA6B-4B96-803F-3181E1AF7335}">
      <dgm:prSet/>
      <dgm:spPr/>
      <dgm:t>
        <a:bodyPr/>
        <a:lstStyle/>
        <a:p>
          <a:r>
            <a:rPr lang="en-US"/>
            <a:t>▸ Kaggle English Handwritten Characters ‑ ~3 000 PNG (1200×900).</a:t>
          </a:r>
        </a:p>
      </dgm:t>
    </dgm:pt>
    <dgm:pt modelId="{B793D39D-0575-4AD3-985D-C0B642043D93}" type="parTrans" cxnId="{F5B6AF11-04A4-4599-BC65-59527D4BF9CA}">
      <dgm:prSet/>
      <dgm:spPr/>
      <dgm:t>
        <a:bodyPr/>
        <a:lstStyle/>
        <a:p>
          <a:endParaRPr lang="en-US"/>
        </a:p>
      </dgm:t>
    </dgm:pt>
    <dgm:pt modelId="{A8D9E185-14AF-4152-9C50-140E6557BD32}" type="sibTrans" cxnId="{F5B6AF11-04A4-4599-BC65-59527D4BF9CA}">
      <dgm:prSet/>
      <dgm:spPr/>
      <dgm:t>
        <a:bodyPr/>
        <a:lstStyle/>
        <a:p>
          <a:endParaRPr lang="en-US"/>
        </a:p>
      </dgm:t>
    </dgm:pt>
    <dgm:pt modelId="{D1F8EC0C-736B-4A28-B7C9-A1A3A51332C6}">
      <dgm:prSet/>
      <dgm:spPr/>
      <dgm:t>
        <a:bodyPr/>
        <a:lstStyle/>
        <a:p>
          <a:r>
            <a:rPr lang="en-US"/>
            <a:t>▸ CSV maps each image to its character label (62 classes).</a:t>
          </a:r>
        </a:p>
      </dgm:t>
    </dgm:pt>
    <dgm:pt modelId="{BF8EB8BC-6BF1-43C8-B5BC-B7D8C48DDAC1}" type="parTrans" cxnId="{138ADA9A-3610-4C9D-81F1-651C17171961}">
      <dgm:prSet/>
      <dgm:spPr/>
      <dgm:t>
        <a:bodyPr/>
        <a:lstStyle/>
        <a:p>
          <a:endParaRPr lang="en-US"/>
        </a:p>
      </dgm:t>
    </dgm:pt>
    <dgm:pt modelId="{EC3FC4BF-A0D8-4E1A-A88E-CDAF4AA701C1}" type="sibTrans" cxnId="{138ADA9A-3610-4C9D-81F1-651C17171961}">
      <dgm:prSet/>
      <dgm:spPr/>
      <dgm:t>
        <a:bodyPr/>
        <a:lstStyle/>
        <a:p>
          <a:endParaRPr lang="en-US"/>
        </a:p>
      </dgm:t>
    </dgm:pt>
    <dgm:pt modelId="{9226F9B7-B5D1-4588-BBF1-CB4E33A2CD35}">
      <dgm:prSet/>
      <dgm:spPr/>
      <dgm:t>
        <a:bodyPr/>
        <a:lstStyle/>
        <a:p>
          <a:r>
            <a:rPr lang="en-US"/>
            <a:t>▸ High resolution, black ink on white background.</a:t>
          </a:r>
        </a:p>
      </dgm:t>
    </dgm:pt>
    <dgm:pt modelId="{A86C424A-97A7-4547-815D-BAF8130874CA}" type="parTrans" cxnId="{20176DBC-9F7A-49F5-9E6A-F36E51D27E0A}">
      <dgm:prSet/>
      <dgm:spPr/>
      <dgm:t>
        <a:bodyPr/>
        <a:lstStyle/>
        <a:p>
          <a:endParaRPr lang="en-US"/>
        </a:p>
      </dgm:t>
    </dgm:pt>
    <dgm:pt modelId="{8EB8CFA0-2BE5-408E-945A-B38BEC74127C}" type="sibTrans" cxnId="{20176DBC-9F7A-49F5-9E6A-F36E51D27E0A}">
      <dgm:prSet/>
      <dgm:spPr/>
      <dgm:t>
        <a:bodyPr/>
        <a:lstStyle/>
        <a:p>
          <a:endParaRPr lang="en-US"/>
        </a:p>
      </dgm:t>
    </dgm:pt>
    <dgm:pt modelId="{D504AA8B-18D9-466D-82DB-B1204346D3E1}" type="pres">
      <dgm:prSet presAssocID="{2C8CFE80-4226-40EB-AF25-A50470E93CED}" presName="diagram" presStyleCnt="0">
        <dgm:presLayoutVars>
          <dgm:dir/>
          <dgm:resizeHandles val="exact"/>
        </dgm:presLayoutVars>
      </dgm:prSet>
      <dgm:spPr/>
    </dgm:pt>
    <dgm:pt modelId="{0C2F19B9-6C36-4454-A72D-C402DDF48DA3}" type="pres">
      <dgm:prSet presAssocID="{0D91671B-CA6B-4B96-803F-3181E1AF7335}" presName="node" presStyleLbl="node1" presStyleIdx="0" presStyleCnt="3">
        <dgm:presLayoutVars>
          <dgm:bulletEnabled val="1"/>
        </dgm:presLayoutVars>
      </dgm:prSet>
      <dgm:spPr/>
    </dgm:pt>
    <dgm:pt modelId="{86C1D6C0-816F-425B-BEFD-C60171AFC83A}" type="pres">
      <dgm:prSet presAssocID="{A8D9E185-14AF-4152-9C50-140E6557BD32}" presName="sibTrans" presStyleCnt="0"/>
      <dgm:spPr/>
    </dgm:pt>
    <dgm:pt modelId="{6391662C-D61B-4CF4-850E-651FB96C54B9}" type="pres">
      <dgm:prSet presAssocID="{D1F8EC0C-736B-4A28-B7C9-A1A3A51332C6}" presName="node" presStyleLbl="node1" presStyleIdx="1" presStyleCnt="3">
        <dgm:presLayoutVars>
          <dgm:bulletEnabled val="1"/>
        </dgm:presLayoutVars>
      </dgm:prSet>
      <dgm:spPr/>
    </dgm:pt>
    <dgm:pt modelId="{6461CEC8-191D-403F-9A69-251D79BC9871}" type="pres">
      <dgm:prSet presAssocID="{EC3FC4BF-A0D8-4E1A-A88E-CDAF4AA701C1}" presName="sibTrans" presStyleCnt="0"/>
      <dgm:spPr/>
    </dgm:pt>
    <dgm:pt modelId="{488827EE-2B14-4C0B-9967-1D256E6995FD}" type="pres">
      <dgm:prSet presAssocID="{9226F9B7-B5D1-4588-BBF1-CB4E33A2CD35}" presName="node" presStyleLbl="node1" presStyleIdx="2" presStyleCnt="3">
        <dgm:presLayoutVars>
          <dgm:bulletEnabled val="1"/>
        </dgm:presLayoutVars>
      </dgm:prSet>
      <dgm:spPr/>
    </dgm:pt>
  </dgm:ptLst>
  <dgm:cxnLst>
    <dgm:cxn modelId="{F5B6AF11-04A4-4599-BC65-59527D4BF9CA}" srcId="{2C8CFE80-4226-40EB-AF25-A50470E93CED}" destId="{0D91671B-CA6B-4B96-803F-3181E1AF7335}" srcOrd="0" destOrd="0" parTransId="{B793D39D-0575-4AD3-985D-C0B642043D93}" sibTransId="{A8D9E185-14AF-4152-9C50-140E6557BD32}"/>
    <dgm:cxn modelId="{7FAAE950-DB30-4644-B62C-1A10F2560677}" type="presOf" srcId="{9226F9B7-B5D1-4588-BBF1-CB4E33A2CD35}" destId="{488827EE-2B14-4C0B-9967-1D256E6995FD}" srcOrd="0" destOrd="0" presId="urn:microsoft.com/office/officeart/2005/8/layout/default"/>
    <dgm:cxn modelId="{138ADA9A-3610-4C9D-81F1-651C17171961}" srcId="{2C8CFE80-4226-40EB-AF25-A50470E93CED}" destId="{D1F8EC0C-736B-4A28-B7C9-A1A3A51332C6}" srcOrd="1" destOrd="0" parTransId="{BF8EB8BC-6BF1-43C8-B5BC-B7D8C48DDAC1}" sibTransId="{EC3FC4BF-A0D8-4E1A-A88E-CDAF4AA701C1}"/>
    <dgm:cxn modelId="{20176DBC-9F7A-49F5-9E6A-F36E51D27E0A}" srcId="{2C8CFE80-4226-40EB-AF25-A50470E93CED}" destId="{9226F9B7-B5D1-4588-BBF1-CB4E33A2CD35}" srcOrd="2" destOrd="0" parTransId="{A86C424A-97A7-4547-815D-BAF8130874CA}" sibTransId="{8EB8CFA0-2BE5-408E-945A-B38BEC74127C}"/>
    <dgm:cxn modelId="{EB8326C8-AE14-4500-BC38-27B1FDA732DA}" type="presOf" srcId="{D1F8EC0C-736B-4A28-B7C9-A1A3A51332C6}" destId="{6391662C-D61B-4CF4-850E-651FB96C54B9}" srcOrd="0" destOrd="0" presId="urn:microsoft.com/office/officeart/2005/8/layout/default"/>
    <dgm:cxn modelId="{43B8D7DA-8CBF-47FC-8DCD-4BC2E06B472E}" type="presOf" srcId="{0D91671B-CA6B-4B96-803F-3181E1AF7335}" destId="{0C2F19B9-6C36-4454-A72D-C402DDF48DA3}" srcOrd="0" destOrd="0" presId="urn:microsoft.com/office/officeart/2005/8/layout/default"/>
    <dgm:cxn modelId="{092F58F3-A1D0-4EB7-B971-6951CAB3B8AB}" type="presOf" srcId="{2C8CFE80-4226-40EB-AF25-A50470E93CED}" destId="{D504AA8B-18D9-466D-82DB-B1204346D3E1}" srcOrd="0" destOrd="0" presId="urn:microsoft.com/office/officeart/2005/8/layout/default"/>
    <dgm:cxn modelId="{AB28BE4F-97C1-46D9-B6CC-14E36FB3A385}" type="presParOf" srcId="{D504AA8B-18D9-466D-82DB-B1204346D3E1}" destId="{0C2F19B9-6C36-4454-A72D-C402DDF48DA3}" srcOrd="0" destOrd="0" presId="urn:microsoft.com/office/officeart/2005/8/layout/default"/>
    <dgm:cxn modelId="{6BA96E76-46D7-4A53-BF05-76CF836C1E56}" type="presParOf" srcId="{D504AA8B-18D9-466D-82DB-B1204346D3E1}" destId="{86C1D6C0-816F-425B-BEFD-C60171AFC83A}" srcOrd="1" destOrd="0" presId="urn:microsoft.com/office/officeart/2005/8/layout/default"/>
    <dgm:cxn modelId="{64414B95-2016-4F95-9BB6-8F2B077CA195}" type="presParOf" srcId="{D504AA8B-18D9-466D-82DB-B1204346D3E1}" destId="{6391662C-D61B-4CF4-850E-651FB96C54B9}" srcOrd="2" destOrd="0" presId="urn:microsoft.com/office/officeart/2005/8/layout/default"/>
    <dgm:cxn modelId="{D73DEA3E-A562-4B98-A1F9-85DF14FBFA44}" type="presParOf" srcId="{D504AA8B-18D9-466D-82DB-B1204346D3E1}" destId="{6461CEC8-191D-403F-9A69-251D79BC9871}" srcOrd="3" destOrd="0" presId="urn:microsoft.com/office/officeart/2005/8/layout/default"/>
    <dgm:cxn modelId="{44481119-3BE1-4388-94E2-2F0FB6FC0901}" type="presParOf" srcId="{D504AA8B-18D9-466D-82DB-B1204346D3E1}" destId="{488827EE-2B14-4C0B-9967-1D256E6995FD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9204673-4233-4539-954D-B371F66495B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A7A6D43-0E6D-4305-AD1B-A827413BF5C3}">
      <dgm:prSet/>
      <dgm:spPr/>
      <dgm:t>
        <a:bodyPr/>
        <a:lstStyle/>
        <a:p>
          <a:r>
            <a:rPr lang="en-US"/>
            <a:t>1. Convert to grayscale &amp; invert so strokes are white on black.</a:t>
          </a:r>
        </a:p>
      </dgm:t>
    </dgm:pt>
    <dgm:pt modelId="{D785BEAB-8813-4D80-9B47-CC7E87E68D28}" type="parTrans" cxnId="{2340DE4C-CC2C-48BE-A27A-160C2D351CB5}">
      <dgm:prSet/>
      <dgm:spPr/>
      <dgm:t>
        <a:bodyPr/>
        <a:lstStyle/>
        <a:p>
          <a:endParaRPr lang="en-US"/>
        </a:p>
      </dgm:t>
    </dgm:pt>
    <dgm:pt modelId="{F43A0EFE-FB76-4E10-9548-1F6BB6C6DB9B}" type="sibTrans" cxnId="{2340DE4C-CC2C-48BE-A27A-160C2D351CB5}">
      <dgm:prSet/>
      <dgm:spPr/>
      <dgm:t>
        <a:bodyPr/>
        <a:lstStyle/>
        <a:p>
          <a:endParaRPr lang="en-US"/>
        </a:p>
      </dgm:t>
    </dgm:pt>
    <dgm:pt modelId="{1DD94F9D-2933-42CF-A090-907D4756F9C3}">
      <dgm:prSet/>
      <dgm:spPr/>
      <dgm:t>
        <a:bodyPr/>
        <a:lstStyle/>
        <a:p>
          <a:r>
            <a:rPr lang="en-US"/>
            <a:t>2. Otsu threshold + contour detection → crop tight glyph.</a:t>
          </a:r>
        </a:p>
      </dgm:t>
    </dgm:pt>
    <dgm:pt modelId="{7554A9C7-BDAB-43B1-B939-ECBC73BDE13F}" type="parTrans" cxnId="{2D1B71F7-71BE-411C-AF7D-664BE306CF48}">
      <dgm:prSet/>
      <dgm:spPr/>
      <dgm:t>
        <a:bodyPr/>
        <a:lstStyle/>
        <a:p>
          <a:endParaRPr lang="en-US"/>
        </a:p>
      </dgm:t>
    </dgm:pt>
    <dgm:pt modelId="{607E5FA8-1D4C-4AB3-B763-AFC5F52735A4}" type="sibTrans" cxnId="{2D1B71F7-71BE-411C-AF7D-664BE306CF48}">
      <dgm:prSet/>
      <dgm:spPr/>
      <dgm:t>
        <a:bodyPr/>
        <a:lstStyle/>
        <a:p>
          <a:endParaRPr lang="en-US"/>
        </a:p>
      </dgm:t>
    </dgm:pt>
    <dgm:pt modelId="{B675B906-A51B-4169-A708-F9BF0A3F60B4}">
      <dgm:prSet/>
      <dgm:spPr/>
      <dgm:t>
        <a:bodyPr/>
        <a:lstStyle/>
        <a:p>
          <a:r>
            <a:rPr lang="en-US"/>
            <a:t>3. Pad to square, resize → 64×64.</a:t>
          </a:r>
        </a:p>
      </dgm:t>
    </dgm:pt>
    <dgm:pt modelId="{586CF19C-2ABA-4B31-93BE-F99DF5B08475}" type="parTrans" cxnId="{65746649-928B-462C-899F-54C4111C4279}">
      <dgm:prSet/>
      <dgm:spPr/>
      <dgm:t>
        <a:bodyPr/>
        <a:lstStyle/>
        <a:p>
          <a:endParaRPr lang="en-US"/>
        </a:p>
      </dgm:t>
    </dgm:pt>
    <dgm:pt modelId="{BDAA6B05-3443-4B90-ADA4-7F2050133729}" type="sibTrans" cxnId="{65746649-928B-462C-899F-54C4111C4279}">
      <dgm:prSet/>
      <dgm:spPr/>
      <dgm:t>
        <a:bodyPr/>
        <a:lstStyle/>
        <a:p>
          <a:endParaRPr lang="en-US"/>
        </a:p>
      </dgm:t>
    </dgm:pt>
    <dgm:pt modelId="{1A1035CF-E566-407B-AC53-5C53EC0C630E}">
      <dgm:prSet/>
      <dgm:spPr/>
      <dgm:t>
        <a:bodyPr/>
        <a:lstStyle/>
        <a:p>
          <a:r>
            <a:rPr lang="en-US"/>
            <a:t>4. Normalize μ=0.5 σ=0.5.  Same pipeline for training &amp; inference.</a:t>
          </a:r>
        </a:p>
      </dgm:t>
    </dgm:pt>
    <dgm:pt modelId="{162B8544-79D7-41B5-932A-64B6EF66AEF9}" type="parTrans" cxnId="{EAB792C8-39C1-494E-991F-B1A121DF8B64}">
      <dgm:prSet/>
      <dgm:spPr/>
      <dgm:t>
        <a:bodyPr/>
        <a:lstStyle/>
        <a:p>
          <a:endParaRPr lang="en-US"/>
        </a:p>
      </dgm:t>
    </dgm:pt>
    <dgm:pt modelId="{E879B92C-AF3C-40E1-A2F7-1EEC53CAC927}" type="sibTrans" cxnId="{EAB792C8-39C1-494E-991F-B1A121DF8B64}">
      <dgm:prSet/>
      <dgm:spPr/>
      <dgm:t>
        <a:bodyPr/>
        <a:lstStyle/>
        <a:p>
          <a:endParaRPr lang="en-US"/>
        </a:p>
      </dgm:t>
    </dgm:pt>
    <dgm:pt modelId="{850D02B1-4F90-4E33-AAF8-D029A8A92F44}" type="pres">
      <dgm:prSet presAssocID="{59204673-4233-4539-954D-B371F66495B6}" presName="linear" presStyleCnt="0">
        <dgm:presLayoutVars>
          <dgm:animLvl val="lvl"/>
          <dgm:resizeHandles val="exact"/>
        </dgm:presLayoutVars>
      </dgm:prSet>
      <dgm:spPr/>
    </dgm:pt>
    <dgm:pt modelId="{5B1A9389-9998-4638-A594-DB4626D58090}" type="pres">
      <dgm:prSet presAssocID="{0A7A6D43-0E6D-4305-AD1B-A827413BF5C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36E290A-2F24-4F74-8D1C-36163AE60B06}" type="pres">
      <dgm:prSet presAssocID="{F43A0EFE-FB76-4E10-9548-1F6BB6C6DB9B}" presName="spacer" presStyleCnt="0"/>
      <dgm:spPr/>
    </dgm:pt>
    <dgm:pt modelId="{3A80BF20-D24D-4A6B-9595-E31933077C66}" type="pres">
      <dgm:prSet presAssocID="{1DD94F9D-2933-42CF-A090-907D4756F9C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30FF24E-F0C4-484B-90FE-DEB67027AA2D}" type="pres">
      <dgm:prSet presAssocID="{607E5FA8-1D4C-4AB3-B763-AFC5F52735A4}" presName="spacer" presStyleCnt="0"/>
      <dgm:spPr/>
    </dgm:pt>
    <dgm:pt modelId="{4CC3CD94-60C1-48BD-BB31-17A0B0C0BBE8}" type="pres">
      <dgm:prSet presAssocID="{B675B906-A51B-4169-A708-F9BF0A3F60B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5CAE272-CD86-411A-9291-B6B2DDFFB02F}" type="pres">
      <dgm:prSet presAssocID="{BDAA6B05-3443-4B90-ADA4-7F2050133729}" presName="spacer" presStyleCnt="0"/>
      <dgm:spPr/>
    </dgm:pt>
    <dgm:pt modelId="{07E19D81-BCD3-40D6-84EA-33B0976C3F88}" type="pres">
      <dgm:prSet presAssocID="{1A1035CF-E566-407B-AC53-5C53EC0C630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FA5B202-B53E-4A50-8185-D9D203348F07}" type="presOf" srcId="{1DD94F9D-2933-42CF-A090-907D4756F9C3}" destId="{3A80BF20-D24D-4A6B-9595-E31933077C66}" srcOrd="0" destOrd="0" presId="urn:microsoft.com/office/officeart/2005/8/layout/vList2"/>
    <dgm:cxn modelId="{09F4FA68-AE94-4C25-8E54-D39156EA3505}" type="presOf" srcId="{1A1035CF-E566-407B-AC53-5C53EC0C630E}" destId="{07E19D81-BCD3-40D6-84EA-33B0976C3F88}" srcOrd="0" destOrd="0" presId="urn:microsoft.com/office/officeart/2005/8/layout/vList2"/>
    <dgm:cxn modelId="{65746649-928B-462C-899F-54C4111C4279}" srcId="{59204673-4233-4539-954D-B371F66495B6}" destId="{B675B906-A51B-4169-A708-F9BF0A3F60B4}" srcOrd="2" destOrd="0" parTransId="{586CF19C-2ABA-4B31-93BE-F99DF5B08475}" sibTransId="{BDAA6B05-3443-4B90-ADA4-7F2050133729}"/>
    <dgm:cxn modelId="{2340DE4C-CC2C-48BE-A27A-160C2D351CB5}" srcId="{59204673-4233-4539-954D-B371F66495B6}" destId="{0A7A6D43-0E6D-4305-AD1B-A827413BF5C3}" srcOrd="0" destOrd="0" parTransId="{D785BEAB-8813-4D80-9B47-CC7E87E68D28}" sibTransId="{F43A0EFE-FB76-4E10-9548-1F6BB6C6DB9B}"/>
    <dgm:cxn modelId="{E5337DB2-57BB-4EB0-91DB-915187FCAF04}" type="presOf" srcId="{B675B906-A51B-4169-A708-F9BF0A3F60B4}" destId="{4CC3CD94-60C1-48BD-BB31-17A0B0C0BBE8}" srcOrd="0" destOrd="0" presId="urn:microsoft.com/office/officeart/2005/8/layout/vList2"/>
    <dgm:cxn modelId="{EAB792C8-39C1-494E-991F-B1A121DF8B64}" srcId="{59204673-4233-4539-954D-B371F66495B6}" destId="{1A1035CF-E566-407B-AC53-5C53EC0C630E}" srcOrd="3" destOrd="0" parTransId="{162B8544-79D7-41B5-932A-64B6EF66AEF9}" sibTransId="{E879B92C-AF3C-40E1-A2F7-1EEC53CAC927}"/>
    <dgm:cxn modelId="{EC2F69D7-125D-4440-AEEB-5771222645CD}" type="presOf" srcId="{59204673-4233-4539-954D-B371F66495B6}" destId="{850D02B1-4F90-4E33-AAF8-D029A8A92F44}" srcOrd="0" destOrd="0" presId="urn:microsoft.com/office/officeart/2005/8/layout/vList2"/>
    <dgm:cxn modelId="{E3C71FF1-0831-4945-9DA7-91E2130EDF74}" type="presOf" srcId="{0A7A6D43-0E6D-4305-AD1B-A827413BF5C3}" destId="{5B1A9389-9998-4638-A594-DB4626D58090}" srcOrd="0" destOrd="0" presId="urn:microsoft.com/office/officeart/2005/8/layout/vList2"/>
    <dgm:cxn modelId="{2D1B71F7-71BE-411C-AF7D-664BE306CF48}" srcId="{59204673-4233-4539-954D-B371F66495B6}" destId="{1DD94F9D-2933-42CF-A090-907D4756F9C3}" srcOrd="1" destOrd="0" parTransId="{7554A9C7-BDAB-43B1-B939-ECBC73BDE13F}" sibTransId="{607E5FA8-1D4C-4AB3-B763-AFC5F52735A4}"/>
    <dgm:cxn modelId="{18B30F78-0640-4A7C-B018-412F1FC02173}" type="presParOf" srcId="{850D02B1-4F90-4E33-AAF8-D029A8A92F44}" destId="{5B1A9389-9998-4638-A594-DB4626D58090}" srcOrd="0" destOrd="0" presId="urn:microsoft.com/office/officeart/2005/8/layout/vList2"/>
    <dgm:cxn modelId="{8CA869CB-A2EA-4811-9A22-36894A3CBBEA}" type="presParOf" srcId="{850D02B1-4F90-4E33-AAF8-D029A8A92F44}" destId="{836E290A-2F24-4F74-8D1C-36163AE60B06}" srcOrd="1" destOrd="0" presId="urn:microsoft.com/office/officeart/2005/8/layout/vList2"/>
    <dgm:cxn modelId="{3776F458-CA85-4D86-94D3-7CB5ACD6DB18}" type="presParOf" srcId="{850D02B1-4F90-4E33-AAF8-D029A8A92F44}" destId="{3A80BF20-D24D-4A6B-9595-E31933077C66}" srcOrd="2" destOrd="0" presId="urn:microsoft.com/office/officeart/2005/8/layout/vList2"/>
    <dgm:cxn modelId="{7747FFA0-7EF9-44A8-9995-A7ABE57F2BC8}" type="presParOf" srcId="{850D02B1-4F90-4E33-AAF8-D029A8A92F44}" destId="{830FF24E-F0C4-484B-90FE-DEB67027AA2D}" srcOrd="3" destOrd="0" presId="urn:microsoft.com/office/officeart/2005/8/layout/vList2"/>
    <dgm:cxn modelId="{F39B655A-355F-463B-A7FA-02E22B770067}" type="presParOf" srcId="{850D02B1-4F90-4E33-AAF8-D029A8A92F44}" destId="{4CC3CD94-60C1-48BD-BB31-17A0B0C0BBE8}" srcOrd="4" destOrd="0" presId="urn:microsoft.com/office/officeart/2005/8/layout/vList2"/>
    <dgm:cxn modelId="{F9F4AA8D-9F18-43B7-83EC-FBAA01CA2AC3}" type="presParOf" srcId="{850D02B1-4F90-4E33-AAF8-D029A8A92F44}" destId="{D5CAE272-CD86-411A-9291-B6B2DDFFB02F}" srcOrd="5" destOrd="0" presId="urn:microsoft.com/office/officeart/2005/8/layout/vList2"/>
    <dgm:cxn modelId="{B27D954C-48B5-487E-9F73-95C2785BE1FC}" type="presParOf" srcId="{850D02B1-4F90-4E33-AAF8-D029A8A92F44}" destId="{07E19D81-BCD3-40D6-84EA-33B0976C3F8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34E28C0-4451-40BA-8CB5-C80A5F676C1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364BE83-1DDF-43CE-B8BA-BA5DE67702F9}">
      <dgm:prSet/>
      <dgm:spPr/>
      <dgm:t>
        <a:bodyPr/>
        <a:lstStyle/>
        <a:p>
          <a:r>
            <a:rPr lang="en-US"/>
            <a:t>df = pd.read_csv('data/english.csv')</a:t>
          </a:r>
          <a:br>
            <a:rPr lang="en-US"/>
          </a:br>
          <a:r>
            <a:rPr lang="en-US"/>
            <a:t>label_list = sorted(df['label'].unique())   # '0'...'z'</a:t>
          </a:r>
          <a:br>
            <a:rPr lang="en-US"/>
          </a:br>
          <a:r>
            <a:rPr lang="en-US"/>
            <a:t>label_to_idx = {lbl:i for i, lbl in enumerate(label_list)}</a:t>
          </a:r>
          <a:br>
            <a:rPr lang="en-US"/>
          </a:br>
          <a:r>
            <a:rPr lang="en-US"/>
            <a:t>json.dump(label_list, open('scripts/label_map.json', 'w'))</a:t>
          </a:r>
        </a:p>
      </dgm:t>
    </dgm:pt>
    <dgm:pt modelId="{83FCEC17-AF5B-4610-A2F6-285595754034}" type="parTrans" cxnId="{218C885A-2B44-4225-90FC-1758D806C2D7}">
      <dgm:prSet/>
      <dgm:spPr/>
      <dgm:t>
        <a:bodyPr/>
        <a:lstStyle/>
        <a:p>
          <a:endParaRPr lang="en-US"/>
        </a:p>
      </dgm:t>
    </dgm:pt>
    <dgm:pt modelId="{C49DB0E2-893A-4E19-9E5A-455FC2EF840E}" type="sibTrans" cxnId="{218C885A-2B44-4225-90FC-1758D806C2D7}">
      <dgm:prSet/>
      <dgm:spPr/>
      <dgm:t>
        <a:bodyPr/>
        <a:lstStyle/>
        <a:p>
          <a:endParaRPr lang="en-US"/>
        </a:p>
      </dgm:t>
    </dgm:pt>
    <dgm:pt modelId="{546AEC97-6B91-43FF-B8D3-014DC196F468}">
      <dgm:prSet/>
      <dgm:spPr/>
      <dgm:t>
        <a:bodyPr/>
        <a:lstStyle/>
        <a:p>
          <a:r>
            <a:rPr lang="en-US"/>
            <a:t>Generate list of 62 labels once and reuse ➜ ensures model &amp; Flask decode the same index.</a:t>
          </a:r>
        </a:p>
      </dgm:t>
    </dgm:pt>
    <dgm:pt modelId="{08CC9CC7-6D13-4FB8-91F7-931AB9C64223}" type="parTrans" cxnId="{66949125-C945-4A2D-9BF6-2AD57C87B28A}">
      <dgm:prSet/>
      <dgm:spPr/>
      <dgm:t>
        <a:bodyPr/>
        <a:lstStyle/>
        <a:p>
          <a:endParaRPr lang="en-US"/>
        </a:p>
      </dgm:t>
    </dgm:pt>
    <dgm:pt modelId="{E932CC40-7A9F-4524-A75D-A9D533C56FD5}" type="sibTrans" cxnId="{66949125-C945-4A2D-9BF6-2AD57C87B28A}">
      <dgm:prSet/>
      <dgm:spPr/>
      <dgm:t>
        <a:bodyPr/>
        <a:lstStyle/>
        <a:p>
          <a:endParaRPr lang="en-US"/>
        </a:p>
      </dgm:t>
    </dgm:pt>
    <dgm:pt modelId="{0727D689-1E1B-4D77-9872-DE689D7C9002}" type="pres">
      <dgm:prSet presAssocID="{934E28C0-4451-40BA-8CB5-C80A5F676C1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0CE4201-29A7-4FF7-AAA6-434FD48C5BCE}" type="pres">
      <dgm:prSet presAssocID="{7364BE83-1DDF-43CE-B8BA-BA5DE67702F9}" presName="hierRoot1" presStyleCnt="0"/>
      <dgm:spPr/>
    </dgm:pt>
    <dgm:pt modelId="{496E5EF2-20B3-4164-BB11-E63E51402DB7}" type="pres">
      <dgm:prSet presAssocID="{7364BE83-1DDF-43CE-B8BA-BA5DE67702F9}" presName="composite" presStyleCnt="0"/>
      <dgm:spPr/>
    </dgm:pt>
    <dgm:pt modelId="{C9DD05C5-E8DB-498C-859A-FAF3120EA59B}" type="pres">
      <dgm:prSet presAssocID="{7364BE83-1DDF-43CE-B8BA-BA5DE67702F9}" presName="background" presStyleLbl="node0" presStyleIdx="0" presStyleCnt="2"/>
      <dgm:spPr/>
    </dgm:pt>
    <dgm:pt modelId="{3AF7AB7A-BAAD-4CCE-9ABC-6E635FCFC2B5}" type="pres">
      <dgm:prSet presAssocID="{7364BE83-1DDF-43CE-B8BA-BA5DE67702F9}" presName="text" presStyleLbl="fgAcc0" presStyleIdx="0" presStyleCnt="2">
        <dgm:presLayoutVars>
          <dgm:chPref val="3"/>
        </dgm:presLayoutVars>
      </dgm:prSet>
      <dgm:spPr/>
    </dgm:pt>
    <dgm:pt modelId="{38114EE1-A3DB-47D4-9EA1-A130749B907B}" type="pres">
      <dgm:prSet presAssocID="{7364BE83-1DDF-43CE-B8BA-BA5DE67702F9}" presName="hierChild2" presStyleCnt="0"/>
      <dgm:spPr/>
    </dgm:pt>
    <dgm:pt modelId="{29739624-BC66-4062-BD98-752E8F93E909}" type="pres">
      <dgm:prSet presAssocID="{546AEC97-6B91-43FF-B8D3-014DC196F468}" presName="hierRoot1" presStyleCnt="0"/>
      <dgm:spPr/>
    </dgm:pt>
    <dgm:pt modelId="{9993CF41-E80E-4E10-81EF-968D1D02B1EC}" type="pres">
      <dgm:prSet presAssocID="{546AEC97-6B91-43FF-B8D3-014DC196F468}" presName="composite" presStyleCnt="0"/>
      <dgm:spPr/>
    </dgm:pt>
    <dgm:pt modelId="{B7427579-9B7D-4931-90F8-34FF9CC6E1D0}" type="pres">
      <dgm:prSet presAssocID="{546AEC97-6B91-43FF-B8D3-014DC196F468}" presName="background" presStyleLbl="node0" presStyleIdx="1" presStyleCnt="2"/>
      <dgm:spPr/>
    </dgm:pt>
    <dgm:pt modelId="{AD17FA95-3E50-41C7-8814-B29EFA86B55E}" type="pres">
      <dgm:prSet presAssocID="{546AEC97-6B91-43FF-B8D3-014DC196F468}" presName="text" presStyleLbl="fgAcc0" presStyleIdx="1" presStyleCnt="2">
        <dgm:presLayoutVars>
          <dgm:chPref val="3"/>
        </dgm:presLayoutVars>
      </dgm:prSet>
      <dgm:spPr/>
    </dgm:pt>
    <dgm:pt modelId="{D5366C67-1FDB-4D58-8594-093D02CC3BCF}" type="pres">
      <dgm:prSet presAssocID="{546AEC97-6B91-43FF-B8D3-014DC196F468}" presName="hierChild2" presStyleCnt="0"/>
      <dgm:spPr/>
    </dgm:pt>
  </dgm:ptLst>
  <dgm:cxnLst>
    <dgm:cxn modelId="{66949125-C945-4A2D-9BF6-2AD57C87B28A}" srcId="{934E28C0-4451-40BA-8CB5-C80A5F676C1D}" destId="{546AEC97-6B91-43FF-B8D3-014DC196F468}" srcOrd="1" destOrd="0" parTransId="{08CC9CC7-6D13-4FB8-91F7-931AB9C64223}" sibTransId="{E932CC40-7A9F-4524-A75D-A9D533C56FD5}"/>
    <dgm:cxn modelId="{948BF228-68CE-40B4-A8B0-97121F2DBFA4}" type="presOf" srcId="{934E28C0-4451-40BA-8CB5-C80A5F676C1D}" destId="{0727D689-1E1B-4D77-9872-DE689D7C9002}" srcOrd="0" destOrd="0" presId="urn:microsoft.com/office/officeart/2005/8/layout/hierarchy1"/>
    <dgm:cxn modelId="{218C885A-2B44-4225-90FC-1758D806C2D7}" srcId="{934E28C0-4451-40BA-8CB5-C80A5F676C1D}" destId="{7364BE83-1DDF-43CE-B8BA-BA5DE67702F9}" srcOrd="0" destOrd="0" parTransId="{83FCEC17-AF5B-4610-A2F6-285595754034}" sibTransId="{C49DB0E2-893A-4E19-9E5A-455FC2EF840E}"/>
    <dgm:cxn modelId="{16A6ECBE-BA44-4404-8D74-B3FA3EB327D9}" type="presOf" srcId="{546AEC97-6B91-43FF-B8D3-014DC196F468}" destId="{AD17FA95-3E50-41C7-8814-B29EFA86B55E}" srcOrd="0" destOrd="0" presId="urn:microsoft.com/office/officeart/2005/8/layout/hierarchy1"/>
    <dgm:cxn modelId="{D6E408CA-DCD3-4B6F-877C-8C3E4EF0642F}" type="presOf" srcId="{7364BE83-1DDF-43CE-B8BA-BA5DE67702F9}" destId="{3AF7AB7A-BAAD-4CCE-9ABC-6E635FCFC2B5}" srcOrd="0" destOrd="0" presId="urn:microsoft.com/office/officeart/2005/8/layout/hierarchy1"/>
    <dgm:cxn modelId="{C88040D4-6AB6-4DDF-AF3F-9996BFC3C977}" type="presParOf" srcId="{0727D689-1E1B-4D77-9872-DE689D7C9002}" destId="{C0CE4201-29A7-4FF7-AAA6-434FD48C5BCE}" srcOrd="0" destOrd="0" presId="urn:microsoft.com/office/officeart/2005/8/layout/hierarchy1"/>
    <dgm:cxn modelId="{C98F1587-C4FF-4095-9D9D-A8ACAA2F3ABC}" type="presParOf" srcId="{C0CE4201-29A7-4FF7-AAA6-434FD48C5BCE}" destId="{496E5EF2-20B3-4164-BB11-E63E51402DB7}" srcOrd="0" destOrd="0" presId="urn:microsoft.com/office/officeart/2005/8/layout/hierarchy1"/>
    <dgm:cxn modelId="{B6E866DB-289A-4D4A-9D0F-3A235E2BDEB3}" type="presParOf" srcId="{496E5EF2-20B3-4164-BB11-E63E51402DB7}" destId="{C9DD05C5-E8DB-498C-859A-FAF3120EA59B}" srcOrd="0" destOrd="0" presId="urn:microsoft.com/office/officeart/2005/8/layout/hierarchy1"/>
    <dgm:cxn modelId="{4CCC1326-0778-480E-9B20-B35EC4768288}" type="presParOf" srcId="{496E5EF2-20B3-4164-BB11-E63E51402DB7}" destId="{3AF7AB7A-BAAD-4CCE-9ABC-6E635FCFC2B5}" srcOrd="1" destOrd="0" presId="urn:microsoft.com/office/officeart/2005/8/layout/hierarchy1"/>
    <dgm:cxn modelId="{30493D65-EBE9-4115-979E-78D5E586D300}" type="presParOf" srcId="{C0CE4201-29A7-4FF7-AAA6-434FD48C5BCE}" destId="{38114EE1-A3DB-47D4-9EA1-A130749B907B}" srcOrd="1" destOrd="0" presId="urn:microsoft.com/office/officeart/2005/8/layout/hierarchy1"/>
    <dgm:cxn modelId="{E6CAF382-5B67-4CCA-99C7-3E612F021414}" type="presParOf" srcId="{0727D689-1E1B-4D77-9872-DE689D7C9002}" destId="{29739624-BC66-4062-BD98-752E8F93E909}" srcOrd="1" destOrd="0" presId="urn:microsoft.com/office/officeart/2005/8/layout/hierarchy1"/>
    <dgm:cxn modelId="{3AAA39A1-2101-479C-86A8-1E59317F681E}" type="presParOf" srcId="{29739624-BC66-4062-BD98-752E8F93E909}" destId="{9993CF41-E80E-4E10-81EF-968D1D02B1EC}" srcOrd="0" destOrd="0" presId="urn:microsoft.com/office/officeart/2005/8/layout/hierarchy1"/>
    <dgm:cxn modelId="{B57AE12A-E981-40BF-9C2F-7E71C6316E28}" type="presParOf" srcId="{9993CF41-E80E-4E10-81EF-968D1D02B1EC}" destId="{B7427579-9B7D-4931-90F8-34FF9CC6E1D0}" srcOrd="0" destOrd="0" presId="urn:microsoft.com/office/officeart/2005/8/layout/hierarchy1"/>
    <dgm:cxn modelId="{94AA23F8-18A8-4276-A416-496B65312804}" type="presParOf" srcId="{9993CF41-E80E-4E10-81EF-968D1D02B1EC}" destId="{AD17FA95-3E50-41C7-8814-B29EFA86B55E}" srcOrd="1" destOrd="0" presId="urn:microsoft.com/office/officeart/2005/8/layout/hierarchy1"/>
    <dgm:cxn modelId="{B30A01CD-9F71-44C1-A686-44C95841C737}" type="presParOf" srcId="{29739624-BC66-4062-BD98-752E8F93E909}" destId="{D5366C67-1FDB-4D58-8594-093D02CC3BC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C1E5746-F22C-4FA4-BEE5-629DB4CF5D50}" type="doc">
      <dgm:prSet loTypeId="urn:microsoft.com/office/officeart/2005/8/layout/process4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0CAF797-5AE6-417E-97CD-C453FA245D47}">
      <dgm:prSet/>
      <dgm:spPr/>
      <dgm:t>
        <a:bodyPr/>
        <a:lstStyle/>
        <a:p>
          <a:r>
            <a:rPr lang="en-US"/>
            <a:t>class HandwrittenDataset(Dataset):</a:t>
          </a:r>
          <a:br>
            <a:rPr lang="en-US"/>
          </a:br>
          <a:r>
            <a:rPr lang="en-US"/>
            <a:t>    def __getitem__(self, idx):</a:t>
          </a:r>
          <a:br>
            <a:rPr lang="en-US"/>
          </a:br>
          <a:r>
            <a:rPr lang="en-US"/>
            <a:t>        img = Image.open(path).convert('L')</a:t>
          </a:r>
          <a:br>
            <a:rPr lang="en-US"/>
          </a:br>
          <a:r>
            <a:rPr lang="en-US"/>
            <a:t>        img = self.tf(img)           # aug + resize + norm</a:t>
          </a:r>
          <a:br>
            <a:rPr lang="en-US"/>
          </a:br>
          <a:r>
            <a:rPr lang="en-US"/>
            <a:t>        idx = self.label_map[label]  # str → int</a:t>
          </a:r>
          <a:br>
            <a:rPr lang="en-US"/>
          </a:br>
          <a:r>
            <a:rPr lang="en-US"/>
            <a:t>        return img, idx</a:t>
          </a:r>
        </a:p>
      </dgm:t>
    </dgm:pt>
    <dgm:pt modelId="{839117ED-AA0F-42F0-806C-102FE5A8C48F}" type="parTrans" cxnId="{D6589C65-EA66-4062-8329-19A76B207882}">
      <dgm:prSet/>
      <dgm:spPr/>
      <dgm:t>
        <a:bodyPr/>
        <a:lstStyle/>
        <a:p>
          <a:endParaRPr lang="en-US"/>
        </a:p>
      </dgm:t>
    </dgm:pt>
    <dgm:pt modelId="{41E23805-BB3F-4369-9269-CD8981CD94D0}" type="sibTrans" cxnId="{D6589C65-EA66-4062-8329-19A76B207882}">
      <dgm:prSet/>
      <dgm:spPr/>
      <dgm:t>
        <a:bodyPr/>
        <a:lstStyle/>
        <a:p>
          <a:endParaRPr lang="en-US"/>
        </a:p>
      </dgm:t>
    </dgm:pt>
    <dgm:pt modelId="{E9050BBA-9E16-45D1-BF7A-9BF521B2E3CF}">
      <dgm:prSet/>
      <dgm:spPr/>
      <dgm:t>
        <a:bodyPr/>
        <a:lstStyle/>
        <a:p>
          <a:r>
            <a:rPr lang="en-US"/>
            <a:t>Wraps images + labels, applies augmentations (rotation, affine, flip) only in training mode.</a:t>
          </a:r>
        </a:p>
      </dgm:t>
    </dgm:pt>
    <dgm:pt modelId="{7C47F0C7-C2FF-4791-8C3C-6F2F25F10FC4}" type="parTrans" cxnId="{81A007DC-7367-436C-978E-6C71745E8C46}">
      <dgm:prSet/>
      <dgm:spPr/>
      <dgm:t>
        <a:bodyPr/>
        <a:lstStyle/>
        <a:p>
          <a:endParaRPr lang="en-US"/>
        </a:p>
      </dgm:t>
    </dgm:pt>
    <dgm:pt modelId="{386CDB23-FDCC-43ED-9B69-4D0C9204EF17}" type="sibTrans" cxnId="{81A007DC-7367-436C-978E-6C71745E8C46}">
      <dgm:prSet/>
      <dgm:spPr/>
      <dgm:t>
        <a:bodyPr/>
        <a:lstStyle/>
        <a:p>
          <a:endParaRPr lang="en-US"/>
        </a:p>
      </dgm:t>
    </dgm:pt>
    <dgm:pt modelId="{069E2281-18D3-4D82-AAA6-B61667901411}" type="pres">
      <dgm:prSet presAssocID="{EC1E5746-F22C-4FA4-BEE5-629DB4CF5D50}" presName="Name0" presStyleCnt="0">
        <dgm:presLayoutVars>
          <dgm:dir/>
          <dgm:animLvl val="lvl"/>
          <dgm:resizeHandles val="exact"/>
        </dgm:presLayoutVars>
      </dgm:prSet>
      <dgm:spPr/>
    </dgm:pt>
    <dgm:pt modelId="{512BA062-3603-4231-A5F7-1568F6FCD0D7}" type="pres">
      <dgm:prSet presAssocID="{E9050BBA-9E16-45D1-BF7A-9BF521B2E3CF}" presName="boxAndChildren" presStyleCnt="0"/>
      <dgm:spPr/>
    </dgm:pt>
    <dgm:pt modelId="{5D2655AF-319A-4FDC-9201-D9B700E66E8D}" type="pres">
      <dgm:prSet presAssocID="{E9050BBA-9E16-45D1-BF7A-9BF521B2E3CF}" presName="parentTextBox" presStyleLbl="node1" presStyleIdx="0" presStyleCnt="2"/>
      <dgm:spPr/>
    </dgm:pt>
    <dgm:pt modelId="{9A67EBC2-3E32-4C26-B7B2-7855DFC29D91}" type="pres">
      <dgm:prSet presAssocID="{41E23805-BB3F-4369-9269-CD8981CD94D0}" presName="sp" presStyleCnt="0"/>
      <dgm:spPr/>
    </dgm:pt>
    <dgm:pt modelId="{EC3BD170-3321-47AD-BD2B-A2141484A48D}" type="pres">
      <dgm:prSet presAssocID="{40CAF797-5AE6-417E-97CD-C453FA245D47}" presName="arrowAndChildren" presStyleCnt="0"/>
      <dgm:spPr/>
    </dgm:pt>
    <dgm:pt modelId="{1CE59C99-3CDF-4D85-B977-FD9345033749}" type="pres">
      <dgm:prSet presAssocID="{40CAF797-5AE6-417E-97CD-C453FA245D47}" presName="parentTextArrow" presStyleLbl="node1" presStyleIdx="1" presStyleCnt="2"/>
      <dgm:spPr/>
    </dgm:pt>
  </dgm:ptLst>
  <dgm:cxnLst>
    <dgm:cxn modelId="{D6589C65-EA66-4062-8329-19A76B207882}" srcId="{EC1E5746-F22C-4FA4-BEE5-629DB4CF5D50}" destId="{40CAF797-5AE6-417E-97CD-C453FA245D47}" srcOrd="0" destOrd="0" parTransId="{839117ED-AA0F-42F0-806C-102FE5A8C48F}" sibTransId="{41E23805-BB3F-4369-9269-CD8981CD94D0}"/>
    <dgm:cxn modelId="{E6300768-EF3C-471E-93A4-EFCF4DCA1E74}" type="presOf" srcId="{40CAF797-5AE6-417E-97CD-C453FA245D47}" destId="{1CE59C99-3CDF-4D85-B977-FD9345033749}" srcOrd="0" destOrd="0" presId="urn:microsoft.com/office/officeart/2005/8/layout/process4"/>
    <dgm:cxn modelId="{0A37D37B-3383-4A6E-9D47-37D07D30EAAD}" type="presOf" srcId="{EC1E5746-F22C-4FA4-BEE5-629DB4CF5D50}" destId="{069E2281-18D3-4D82-AAA6-B61667901411}" srcOrd="0" destOrd="0" presId="urn:microsoft.com/office/officeart/2005/8/layout/process4"/>
    <dgm:cxn modelId="{54846F98-52E9-48A7-AC08-C0CF93968386}" type="presOf" srcId="{E9050BBA-9E16-45D1-BF7A-9BF521B2E3CF}" destId="{5D2655AF-319A-4FDC-9201-D9B700E66E8D}" srcOrd="0" destOrd="0" presId="urn:microsoft.com/office/officeart/2005/8/layout/process4"/>
    <dgm:cxn modelId="{81A007DC-7367-436C-978E-6C71745E8C46}" srcId="{EC1E5746-F22C-4FA4-BEE5-629DB4CF5D50}" destId="{E9050BBA-9E16-45D1-BF7A-9BF521B2E3CF}" srcOrd="1" destOrd="0" parTransId="{7C47F0C7-C2FF-4791-8C3C-6F2F25F10FC4}" sibTransId="{386CDB23-FDCC-43ED-9B69-4D0C9204EF17}"/>
    <dgm:cxn modelId="{9D93305F-C864-4579-B4CE-12A950912E91}" type="presParOf" srcId="{069E2281-18D3-4D82-AAA6-B61667901411}" destId="{512BA062-3603-4231-A5F7-1568F6FCD0D7}" srcOrd="0" destOrd="0" presId="urn:microsoft.com/office/officeart/2005/8/layout/process4"/>
    <dgm:cxn modelId="{5AD53E6A-9B97-4A42-8E6F-7D2F9765FEF4}" type="presParOf" srcId="{512BA062-3603-4231-A5F7-1568F6FCD0D7}" destId="{5D2655AF-319A-4FDC-9201-D9B700E66E8D}" srcOrd="0" destOrd="0" presId="urn:microsoft.com/office/officeart/2005/8/layout/process4"/>
    <dgm:cxn modelId="{D5B9D6FE-AABD-40BE-A169-7F176C2A5D82}" type="presParOf" srcId="{069E2281-18D3-4D82-AAA6-B61667901411}" destId="{9A67EBC2-3E32-4C26-B7B2-7855DFC29D91}" srcOrd="1" destOrd="0" presId="urn:microsoft.com/office/officeart/2005/8/layout/process4"/>
    <dgm:cxn modelId="{7B4B218B-1942-4AAB-9CD9-4E3970958427}" type="presParOf" srcId="{069E2281-18D3-4D82-AAA6-B61667901411}" destId="{EC3BD170-3321-47AD-BD2B-A2141484A48D}" srcOrd="2" destOrd="0" presId="urn:microsoft.com/office/officeart/2005/8/layout/process4"/>
    <dgm:cxn modelId="{D9A7318B-8713-4C30-8DC7-899B9DCAEFFD}" type="presParOf" srcId="{EC3BD170-3321-47AD-BD2B-A2141484A48D}" destId="{1CE59C99-3CDF-4D85-B977-FD934503374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22E42A1-C723-4CB3-A6EC-7671B9F92CE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9CEC46B-82D8-4CD4-9DFA-32AD9DA074AB}">
      <dgm:prSet/>
      <dgm:spPr/>
      <dgm:t>
        <a:bodyPr/>
        <a:lstStyle/>
        <a:p>
          <a:r>
            <a:rPr lang="en-US" b="0" dirty="0"/>
            <a:t>class </a:t>
          </a:r>
          <a:r>
            <a:rPr lang="en-US" b="0" dirty="0" err="1"/>
            <a:t>HandwritingDeepCNN</a:t>
          </a:r>
          <a:r>
            <a:rPr lang="en-US" b="0" dirty="0"/>
            <a:t>(</a:t>
          </a:r>
          <a:r>
            <a:rPr lang="en-US" b="0" dirty="0" err="1"/>
            <a:t>nn.Module</a:t>
          </a:r>
          <a:r>
            <a:rPr lang="en-US" b="0" dirty="0"/>
            <a:t>):</a:t>
          </a:r>
        </a:p>
        <a:p>
          <a:r>
            <a:rPr lang="en-US" b="0" dirty="0"/>
            <a:t>"""</a:t>
          </a:r>
        </a:p>
        <a:p>
          <a:r>
            <a:rPr lang="en-US" b="0" dirty="0"/>
            <a:t>Deeper CNN model with BatchNorm and dropout.</a:t>
          </a:r>
        </a:p>
        <a:p>
          <a:r>
            <a:rPr lang="en-US" b="0" dirty="0"/>
            <a:t>Input: 1 x 64 x 64</a:t>
          </a:r>
        </a:p>
        <a:p>
          <a:r>
            <a:rPr lang="en-US" b="0" dirty="0"/>
            <a:t>Output: 62-class prediction</a:t>
          </a:r>
        </a:p>
        <a:p>
          <a:r>
            <a:rPr lang="en-US" b="0" dirty="0"/>
            <a:t>"""</a:t>
          </a:r>
        </a:p>
        <a:p>
          <a:r>
            <a:rPr lang="en-US" b="0" dirty="0"/>
            <a:t>def __</a:t>
          </a:r>
          <a:r>
            <a:rPr lang="en-US" b="0" dirty="0" err="1"/>
            <a:t>init</a:t>
          </a:r>
          <a:r>
            <a:rPr lang="en-US" b="0" dirty="0"/>
            <a:t>__(self, </a:t>
          </a:r>
          <a:r>
            <a:rPr lang="en-US" b="0" dirty="0" err="1"/>
            <a:t>num_classes</a:t>
          </a:r>
          <a:r>
            <a:rPr lang="en-US" b="0" dirty="0"/>
            <a:t>: int = 62):</a:t>
          </a:r>
        </a:p>
        <a:p>
          <a:r>
            <a:rPr lang="en-US" b="0" dirty="0"/>
            <a:t>super().__</a:t>
          </a:r>
          <a:r>
            <a:rPr lang="en-US" b="0" dirty="0" err="1"/>
            <a:t>init</a:t>
          </a:r>
          <a:r>
            <a:rPr lang="en-US" b="0" dirty="0"/>
            <a:t>__()</a:t>
          </a:r>
        </a:p>
        <a:p>
          <a:r>
            <a:rPr lang="en-US" b="0" dirty="0" err="1"/>
            <a:t>self.features</a:t>
          </a:r>
          <a:r>
            <a:rPr lang="en-US" b="0" dirty="0"/>
            <a:t> = </a:t>
          </a:r>
          <a:r>
            <a:rPr lang="en-US" b="0" dirty="0" err="1"/>
            <a:t>nn.Sequential</a:t>
          </a:r>
          <a:r>
            <a:rPr lang="en-US" b="0" dirty="0"/>
            <a:t>(</a:t>
          </a:r>
        </a:p>
        <a:p>
          <a:r>
            <a:rPr lang="en-US" b="0" dirty="0" err="1"/>
            <a:t>ConvBlock</a:t>
          </a:r>
          <a:r>
            <a:rPr lang="en-US" b="0" dirty="0"/>
            <a:t>(1, 64),       </a:t>
          </a:r>
          <a:r>
            <a:rPr lang="en-US" b="1" dirty="0"/>
            <a:t># 64x32x32</a:t>
          </a:r>
          <a:endParaRPr lang="en-US" b="0" dirty="0"/>
        </a:p>
        <a:p>
          <a:r>
            <a:rPr lang="en-US" b="0" dirty="0" err="1"/>
            <a:t>ConvBlock</a:t>
          </a:r>
          <a:r>
            <a:rPr lang="en-US" b="0" dirty="0"/>
            <a:t>(64, 128),     </a:t>
          </a:r>
          <a:r>
            <a:rPr lang="en-US" b="1" dirty="0"/>
            <a:t># 128x16x16</a:t>
          </a:r>
          <a:endParaRPr lang="en-US" b="0" dirty="0"/>
        </a:p>
        <a:p>
          <a:r>
            <a:rPr lang="en-US" b="0" dirty="0" err="1"/>
            <a:t>ConvBlock</a:t>
          </a:r>
          <a:r>
            <a:rPr lang="en-US" b="0" dirty="0"/>
            <a:t>(128, 256),    </a:t>
          </a:r>
          <a:r>
            <a:rPr lang="en-US" b="1" dirty="0"/>
            <a:t># 256x8x8</a:t>
          </a:r>
          <a:endParaRPr lang="en-US" b="0" dirty="0"/>
        </a:p>
        <a:p>
          <a:r>
            <a:rPr lang="en-US" b="0" dirty="0" err="1"/>
            <a:t>ConvBlock</a:t>
          </a:r>
          <a:r>
            <a:rPr lang="en-US" b="0" dirty="0"/>
            <a:t>(256, 256),    </a:t>
          </a:r>
          <a:r>
            <a:rPr lang="en-US" b="1" dirty="0"/>
            <a:t># 256x4x4</a:t>
          </a:r>
          <a:endParaRPr lang="en-US" b="0" dirty="0"/>
        </a:p>
        <a:p>
          <a:r>
            <a:rPr lang="en-US" b="0" dirty="0" err="1"/>
            <a:t>ConvBlock</a:t>
          </a:r>
          <a:r>
            <a:rPr lang="en-US" b="0" dirty="0"/>
            <a:t>(256, 256, pool=False),  </a:t>
          </a:r>
          <a:r>
            <a:rPr lang="en-US" b="1" dirty="0"/>
            <a:t># 256x4x4</a:t>
          </a:r>
          <a:endParaRPr lang="en-US" b="0" dirty="0"/>
        </a:p>
        <a:p>
          <a:r>
            <a:rPr lang="en-US" b="0" dirty="0"/>
            <a:t>)</a:t>
          </a:r>
        </a:p>
        <a:p>
          <a:r>
            <a:rPr lang="en-US" b="0" dirty="0" err="1"/>
            <a:t>self.classifier</a:t>
          </a:r>
          <a:r>
            <a:rPr lang="en-US" b="0" dirty="0"/>
            <a:t> = </a:t>
          </a:r>
          <a:r>
            <a:rPr lang="en-US" b="0" dirty="0" err="1"/>
            <a:t>nn.Sequential</a:t>
          </a:r>
          <a:r>
            <a:rPr lang="en-US" b="0" dirty="0"/>
            <a:t>(</a:t>
          </a:r>
        </a:p>
        <a:p>
          <a:r>
            <a:rPr lang="en-US" b="0" dirty="0"/>
            <a:t>nn.AdaptiveAvgPool2d(1),  </a:t>
          </a:r>
          <a:r>
            <a:rPr lang="en-US" b="1" dirty="0"/>
            <a:t># 256x1x1</a:t>
          </a:r>
          <a:endParaRPr lang="en-US" b="0" dirty="0"/>
        </a:p>
        <a:p>
          <a:r>
            <a:rPr lang="en-US" b="0" dirty="0" err="1"/>
            <a:t>nn.Flatten</a:t>
          </a:r>
          <a:r>
            <a:rPr lang="en-US" b="0" dirty="0"/>
            <a:t>(),             </a:t>
          </a:r>
          <a:r>
            <a:rPr lang="en-US" b="1" dirty="0"/>
            <a:t># 256</a:t>
          </a:r>
          <a:endParaRPr lang="en-US" b="0" dirty="0"/>
        </a:p>
        <a:p>
          <a:r>
            <a:rPr lang="en-US" b="0" dirty="0" err="1"/>
            <a:t>nn.Dropout</a:t>
          </a:r>
          <a:r>
            <a:rPr lang="en-US" b="0" dirty="0"/>
            <a:t>(0.4),</a:t>
          </a:r>
        </a:p>
        <a:p>
          <a:r>
            <a:rPr lang="pt-BR" b="0" dirty="0"/>
            <a:t>nn.Linear(256, num_classes)</a:t>
          </a:r>
        </a:p>
        <a:p>
          <a:r>
            <a:rPr lang="en-US" b="0" dirty="0"/>
            <a:t>)</a:t>
          </a:r>
        </a:p>
        <a:p>
          <a:r>
            <a:rPr lang="en-US" b="0" dirty="0"/>
            <a:t>def forward(self, x):</a:t>
          </a:r>
        </a:p>
        <a:p>
          <a:r>
            <a:rPr lang="en-US" b="0" dirty="0"/>
            <a:t>x = </a:t>
          </a:r>
          <a:r>
            <a:rPr lang="en-US" b="0" dirty="0" err="1"/>
            <a:t>self.features</a:t>
          </a:r>
          <a:r>
            <a:rPr lang="en-US" b="0" dirty="0"/>
            <a:t>(x)</a:t>
          </a:r>
        </a:p>
        <a:p>
          <a:r>
            <a:rPr lang="en-US" b="0" dirty="0"/>
            <a:t>x = </a:t>
          </a:r>
          <a:r>
            <a:rPr lang="en-US" b="0" dirty="0" err="1"/>
            <a:t>self.classifier</a:t>
          </a:r>
          <a:r>
            <a:rPr lang="en-US" b="0" dirty="0"/>
            <a:t>(x)</a:t>
          </a:r>
        </a:p>
        <a:p>
          <a:r>
            <a:rPr lang="en-US" b="0" dirty="0"/>
            <a:t>return x</a:t>
          </a:r>
          <a:endParaRPr lang="en-US" dirty="0"/>
        </a:p>
      </dgm:t>
    </dgm:pt>
    <dgm:pt modelId="{EE5A6717-2544-47FB-B75E-6FA3FC5AA3F5}" type="parTrans" cxnId="{4852EAB8-76CE-4076-83E8-6F659C52EF84}">
      <dgm:prSet/>
      <dgm:spPr/>
      <dgm:t>
        <a:bodyPr/>
        <a:lstStyle/>
        <a:p>
          <a:endParaRPr lang="en-US"/>
        </a:p>
      </dgm:t>
    </dgm:pt>
    <dgm:pt modelId="{DC64D6F2-4E69-4639-86F3-13DB097CE6B7}" type="sibTrans" cxnId="{4852EAB8-76CE-4076-83E8-6F659C52EF84}">
      <dgm:prSet/>
      <dgm:spPr/>
      <dgm:t>
        <a:bodyPr/>
        <a:lstStyle/>
        <a:p>
          <a:endParaRPr lang="en-US"/>
        </a:p>
      </dgm:t>
    </dgm:pt>
    <dgm:pt modelId="{96B98782-68F1-4E8B-9489-33D134F6B697}">
      <dgm:prSet/>
      <dgm:spPr/>
      <dgm:t>
        <a:bodyPr/>
        <a:lstStyle/>
        <a:p>
          <a:r>
            <a:rPr lang="en-US"/>
            <a:t>5 ConvBlocks + global pooling → 1.2 M params. Small enough for CPU, big enough for 92 % accuracy.</a:t>
          </a:r>
        </a:p>
      </dgm:t>
    </dgm:pt>
    <dgm:pt modelId="{CCB91815-6ED2-4F80-AAEB-4C6C88A0A200}" type="parTrans" cxnId="{8E3E9F25-7714-43F7-911A-A8B633FA7D13}">
      <dgm:prSet/>
      <dgm:spPr/>
      <dgm:t>
        <a:bodyPr/>
        <a:lstStyle/>
        <a:p>
          <a:endParaRPr lang="en-US"/>
        </a:p>
      </dgm:t>
    </dgm:pt>
    <dgm:pt modelId="{300EB2A3-CFBB-47A8-B8F4-117A6E848358}" type="sibTrans" cxnId="{8E3E9F25-7714-43F7-911A-A8B633FA7D13}">
      <dgm:prSet/>
      <dgm:spPr/>
      <dgm:t>
        <a:bodyPr/>
        <a:lstStyle/>
        <a:p>
          <a:endParaRPr lang="en-US"/>
        </a:p>
      </dgm:t>
    </dgm:pt>
    <dgm:pt modelId="{3F146534-4748-4831-A6F9-5D307E2A5364}" type="pres">
      <dgm:prSet presAssocID="{022E42A1-C723-4CB3-A6EC-7671B9F92CED}" presName="root" presStyleCnt="0">
        <dgm:presLayoutVars>
          <dgm:dir/>
          <dgm:resizeHandles val="exact"/>
        </dgm:presLayoutVars>
      </dgm:prSet>
      <dgm:spPr/>
    </dgm:pt>
    <dgm:pt modelId="{F428B09A-8974-4196-993B-4E7AAEE848A8}" type="pres">
      <dgm:prSet presAssocID="{022E42A1-C723-4CB3-A6EC-7671B9F92CED}" presName="container" presStyleCnt="0">
        <dgm:presLayoutVars>
          <dgm:dir/>
          <dgm:resizeHandles val="exact"/>
        </dgm:presLayoutVars>
      </dgm:prSet>
      <dgm:spPr/>
    </dgm:pt>
    <dgm:pt modelId="{20B4A4B5-89C7-4A00-9D1C-F99115C5EBB3}" type="pres">
      <dgm:prSet presAssocID="{79CEC46B-82D8-4CD4-9DFA-32AD9DA074AB}" presName="compNode" presStyleCnt="0"/>
      <dgm:spPr/>
    </dgm:pt>
    <dgm:pt modelId="{B6C93DCE-9EAF-4DF3-BEC7-440C670B411D}" type="pres">
      <dgm:prSet presAssocID="{79CEC46B-82D8-4CD4-9DFA-32AD9DA074AB}" presName="iconBgRect" presStyleLbl="bgShp" presStyleIdx="0" presStyleCnt="2"/>
      <dgm:spPr/>
    </dgm:pt>
    <dgm:pt modelId="{77C22FD3-773F-46D0-A5B3-F5C7D6F7C13E}" type="pres">
      <dgm:prSet presAssocID="{79CEC46B-82D8-4CD4-9DFA-32AD9DA074A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2D070F64-B2D4-4F5D-90B3-299B4291A2E2}" type="pres">
      <dgm:prSet presAssocID="{79CEC46B-82D8-4CD4-9DFA-32AD9DA074AB}" presName="spaceRect" presStyleCnt="0"/>
      <dgm:spPr/>
    </dgm:pt>
    <dgm:pt modelId="{778BAA13-CA45-42CD-B58A-C9AAE459B32D}" type="pres">
      <dgm:prSet presAssocID="{79CEC46B-82D8-4CD4-9DFA-32AD9DA074AB}" presName="textRect" presStyleLbl="revTx" presStyleIdx="0" presStyleCnt="2">
        <dgm:presLayoutVars>
          <dgm:chMax val="1"/>
          <dgm:chPref val="1"/>
        </dgm:presLayoutVars>
      </dgm:prSet>
      <dgm:spPr/>
    </dgm:pt>
    <dgm:pt modelId="{3DCCAD9F-9BE6-4E8A-97EA-79408523159B}" type="pres">
      <dgm:prSet presAssocID="{DC64D6F2-4E69-4639-86F3-13DB097CE6B7}" presName="sibTrans" presStyleLbl="sibTrans2D1" presStyleIdx="0" presStyleCnt="0"/>
      <dgm:spPr/>
    </dgm:pt>
    <dgm:pt modelId="{911F9390-32EE-4816-8B8D-6B126999972E}" type="pres">
      <dgm:prSet presAssocID="{96B98782-68F1-4E8B-9489-33D134F6B697}" presName="compNode" presStyleCnt="0"/>
      <dgm:spPr/>
    </dgm:pt>
    <dgm:pt modelId="{4D5A2F38-DC98-4D33-8154-E6569442B6DF}" type="pres">
      <dgm:prSet presAssocID="{96B98782-68F1-4E8B-9489-33D134F6B697}" presName="iconBgRect" presStyleLbl="bgShp" presStyleIdx="1" presStyleCnt="2"/>
      <dgm:spPr/>
    </dgm:pt>
    <dgm:pt modelId="{E854D522-8146-452B-B251-790D85A55855}" type="pres">
      <dgm:prSet presAssocID="{96B98782-68F1-4E8B-9489-33D134F6B69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76EBFE41-B97B-4F80-8CCA-274BFF2977E0}" type="pres">
      <dgm:prSet presAssocID="{96B98782-68F1-4E8B-9489-33D134F6B697}" presName="spaceRect" presStyleCnt="0"/>
      <dgm:spPr/>
    </dgm:pt>
    <dgm:pt modelId="{2F9D1879-1060-4BDB-91E3-E41A4AEBFDCF}" type="pres">
      <dgm:prSet presAssocID="{96B98782-68F1-4E8B-9489-33D134F6B69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2176309-72E0-41CC-AB33-2773D9499E00}" type="presOf" srcId="{022E42A1-C723-4CB3-A6EC-7671B9F92CED}" destId="{3F146534-4748-4831-A6F9-5D307E2A5364}" srcOrd="0" destOrd="0" presId="urn:microsoft.com/office/officeart/2018/2/layout/IconCircleList"/>
    <dgm:cxn modelId="{8E3E9F25-7714-43F7-911A-A8B633FA7D13}" srcId="{022E42A1-C723-4CB3-A6EC-7671B9F92CED}" destId="{96B98782-68F1-4E8B-9489-33D134F6B697}" srcOrd="1" destOrd="0" parTransId="{CCB91815-6ED2-4F80-AAEB-4C6C88A0A200}" sibTransId="{300EB2A3-CFBB-47A8-B8F4-117A6E848358}"/>
    <dgm:cxn modelId="{F838B18D-FD00-45E6-8EAC-2AE00D86B88D}" type="presOf" srcId="{96B98782-68F1-4E8B-9489-33D134F6B697}" destId="{2F9D1879-1060-4BDB-91E3-E41A4AEBFDCF}" srcOrd="0" destOrd="0" presId="urn:microsoft.com/office/officeart/2018/2/layout/IconCircleList"/>
    <dgm:cxn modelId="{7083E98E-3BFF-4E33-93A5-D91B73ACAD99}" type="presOf" srcId="{79CEC46B-82D8-4CD4-9DFA-32AD9DA074AB}" destId="{778BAA13-CA45-42CD-B58A-C9AAE459B32D}" srcOrd="0" destOrd="0" presId="urn:microsoft.com/office/officeart/2018/2/layout/IconCircleList"/>
    <dgm:cxn modelId="{4852EAB8-76CE-4076-83E8-6F659C52EF84}" srcId="{022E42A1-C723-4CB3-A6EC-7671B9F92CED}" destId="{79CEC46B-82D8-4CD4-9DFA-32AD9DA074AB}" srcOrd="0" destOrd="0" parTransId="{EE5A6717-2544-47FB-B75E-6FA3FC5AA3F5}" sibTransId="{DC64D6F2-4E69-4639-86F3-13DB097CE6B7}"/>
    <dgm:cxn modelId="{80C8DDD4-FDFB-47F8-8811-1FF8F4CC1FBF}" type="presOf" srcId="{DC64D6F2-4E69-4639-86F3-13DB097CE6B7}" destId="{3DCCAD9F-9BE6-4E8A-97EA-79408523159B}" srcOrd="0" destOrd="0" presId="urn:microsoft.com/office/officeart/2018/2/layout/IconCircleList"/>
    <dgm:cxn modelId="{5707B3B4-8188-4061-BF39-F4A7B30D1B08}" type="presParOf" srcId="{3F146534-4748-4831-A6F9-5D307E2A5364}" destId="{F428B09A-8974-4196-993B-4E7AAEE848A8}" srcOrd="0" destOrd="0" presId="urn:microsoft.com/office/officeart/2018/2/layout/IconCircleList"/>
    <dgm:cxn modelId="{3DF02FB5-A6FB-42B1-BC57-8863F6FE6431}" type="presParOf" srcId="{F428B09A-8974-4196-993B-4E7AAEE848A8}" destId="{20B4A4B5-89C7-4A00-9D1C-F99115C5EBB3}" srcOrd="0" destOrd="0" presId="urn:microsoft.com/office/officeart/2018/2/layout/IconCircleList"/>
    <dgm:cxn modelId="{3963DC2B-1722-4781-A670-93685CD2100E}" type="presParOf" srcId="{20B4A4B5-89C7-4A00-9D1C-F99115C5EBB3}" destId="{B6C93DCE-9EAF-4DF3-BEC7-440C670B411D}" srcOrd="0" destOrd="0" presId="urn:microsoft.com/office/officeart/2018/2/layout/IconCircleList"/>
    <dgm:cxn modelId="{E18724CA-E065-45BF-9A8B-CF3501D48FD0}" type="presParOf" srcId="{20B4A4B5-89C7-4A00-9D1C-F99115C5EBB3}" destId="{77C22FD3-773F-46D0-A5B3-F5C7D6F7C13E}" srcOrd="1" destOrd="0" presId="urn:microsoft.com/office/officeart/2018/2/layout/IconCircleList"/>
    <dgm:cxn modelId="{9FC9B4AE-9A3D-44F5-9EA0-75A6A6F60BBF}" type="presParOf" srcId="{20B4A4B5-89C7-4A00-9D1C-F99115C5EBB3}" destId="{2D070F64-B2D4-4F5D-90B3-299B4291A2E2}" srcOrd="2" destOrd="0" presId="urn:microsoft.com/office/officeart/2018/2/layout/IconCircleList"/>
    <dgm:cxn modelId="{19EBFB62-EE94-42D9-90CD-CF5B7C132496}" type="presParOf" srcId="{20B4A4B5-89C7-4A00-9D1C-F99115C5EBB3}" destId="{778BAA13-CA45-42CD-B58A-C9AAE459B32D}" srcOrd="3" destOrd="0" presId="urn:microsoft.com/office/officeart/2018/2/layout/IconCircleList"/>
    <dgm:cxn modelId="{F14BF190-2F13-4776-ABB3-342903EAF118}" type="presParOf" srcId="{F428B09A-8974-4196-993B-4E7AAEE848A8}" destId="{3DCCAD9F-9BE6-4E8A-97EA-79408523159B}" srcOrd="1" destOrd="0" presId="urn:microsoft.com/office/officeart/2018/2/layout/IconCircleList"/>
    <dgm:cxn modelId="{4E51BBCD-9E80-46D9-AAF0-39A428A64859}" type="presParOf" srcId="{F428B09A-8974-4196-993B-4E7AAEE848A8}" destId="{911F9390-32EE-4816-8B8D-6B126999972E}" srcOrd="2" destOrd="0" presId="urn:microsoft.com/office/officeart/2018/2/layout/IconCircleList"/>
    <dgm:cxn modelId="{49DF4477-C77A-4E04-A8DB-9E4A09FA4102}" type="presParOf" srcId="{911F9390-32EE-4816-8B8D-6B126999972E}" destId="{4D5A2F38-DC98-4D33-8154-E6569442B6DF}" srcOrd="0" destOrd="0" presId="urn:microsoft.com/office/officeart/2018/2/layout/IconCircleList"/>
    <dgm:cxn modelId="{F832A6C0-5AD9-4330-A780-8F8E70A7EAA3}" type="presParOf" srcId="{911F9390-32EE-4816-8B8D-6B126999972E}" destId="{E854D522-8146-452B-B251-790D85A55855}" srcOrd="1" destOrd="0" presId="urn:microsoft.com/office/officeart/2018/2/layout/IconCircleList"/>
    <dgm:cxn modelId="{212E2DD4-0969-486D-B618-A794A8111420}" type="presParOf" srcId="{911F9390-32EE-4816-8B8D-6B126999972E}" destId="{76EBFE41-B97B-4F80-8CCA-274BFF2977E0}" srcOrd="2" destOrd="0" presId="urn:microsoft.com/office/officeart/2018/2/layout/IconCircleList"/>
    <dgm:cxn modelId="{0440A45B-B83A-4FAA-83B1-F3807DB6690A}" type="presParOf" srcId="{911F9390-32EE-4816-8B8D-6B126999972E}" destId="{2F9D1879-1060-4BDB-91E3-E41A4AEBFDC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0C89385-0C52-4DFE-84C1-BA815C877DD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C0CA98B-4141-4452-8163-6341BF0FD2E9}">
      <dgm:prSet/>
      <dgm:spPr/>
      <dgm:t>
        <a:bodyPr/>
        <a:lstStyle/>
        <a:p>
          <a:pPr>
            <a:defRPr cap="all"/>
          </a:pPr>
          <a:r>
            <a:rPr lang="en-US" dirty="0"/>
            <a:t>for epoch in range(20):</a:t>
          </a:r>
          <a:br>
            <a:rPr lang="en-US" dirty="0"/>
          </a:br>
          <a:r>
            <a:rPr lang="en-US" dirty="0"/>
            <a:t>    for x, y in loader:</a:t>
          </a:r>
          <a:br>
            <a:rPr lang="en-US" dirty="0"/>
          </a:br>
          <a:r>
            <a:rPr lang="en-US" dirty="0"/>
            <a:t>        </a:t>
          </a:r>
          <a:r>
            <a:rPr lang="en-US" dirty="0" err="1"/>
            <a:t>opt.zero_grad</a:t>
          </a:r>
          <a:r>
            <a:rPr lang="en-US" dirty="0"/>
            <a:t>()</a:t>
          </a:r>
          <a:br>
            <a:rPr lang="en-US" dirty="0"/>
          </a:br>
          <a:r>
            <a:rPr lang="en-US" dirty="0"/>
            <a:t>        loss = </a:t>
          </a:r>
          <a:r>
            <a:rPr lang="en-US" dirty="0" err="1"/>
            <a:t>ce</a:t>
          </a:r>
          <a:r>
            <a:rPr lang="en-US" dirty="0"/>
            <a:t>(model(x), y)</a:t>
          </a:r>
          <a:br>
            <a:rPr lang="en-US" dirty="0"/>
          </a:br>
          <a:r>
            <a:rPr lang="en-US" dirty="0"/>
            <a:t>        </a:t>
          </a:r>
          <a:r>
            <a:rPr lang="en-US" dirty="0" err="1"/>
            <a:t>loss.backward</a:t>
          </a:r>
          <a:r>
            <a:rPr lang="en-US" dirty="0"/>
            <a:t>(); </a:t>
          </a:r>
          <a:r>
            <a:rPr lang="en-US" dirty="0" err="1"/>
            <a:t>opt.step</a:t>
          </a:r>
          <a:r>
            <a:rPr lang="en-US" dirty="0"/>
            <a:t>()</a:t>
          </a:r>
          <a:br>
            <a:rPr lang="en-US" dirty="0"/>
          </a:br>
          <a:r>
            <a:rPr lang="en-US" dirty="0"/>
            <a:t>    </a:t>
          </a:r>
          <a:r>
            <a:rPr lang="en-US" dirty="0" err="1"/>
            <a:t>scheduler.step</a:t>
          </a:r>
          <a:r>
            <a:rPr lang="en-US" dirty="0"/>
            <a:t>()</a:t>
          </a:r>
        </a:p>
      </dgm:t>
    </dgm:pt>
    <dgm:pt modelId="{CD0ED7BA-00E9-470E-85B8-F2B087D19618}" type="parTrans" cxnId="{9F78663A-4392-45D0-BAC2-B7585DBFD789}">
      <dgm:prSet/>
      <dgm:spPr/>
      <dgm:t>
        <a:bodyPr/>
        <a:lstStyle/>
        <a:p>
          <a:endParaRPr lang="en-US"/>
        </a:p>
      </dgm:t>
    </dgm:pt>
    <dgm:pt modelId="{76D9B75E-BE75-45AE-B392-8572471D02F7}" type="sibTrans" cxnId="{9F78663A-4392-45D0-BAC2-B7585DBFD789}">
      <dgm:prSet/>
      <dgm:spPr/>
      <dgm:t>
        <a:bodyPr/>
        <a:lstStyle/>
        <a:p>
          <a:endParaRPr lang="en-US"/>
        </a:p>
      </dgm:t>
    </dgm:pt>
    <dgm:pt modelId="{0B12DBAC-F802-49B1-9DAF-9D9D124981DA}">
      <dgm:prSet/>
      <dgm:spPr/>
      <dgm:t>
        <a:bodyPr/>
        <a:lstStyle/>
        <a:p>
          <a:pPr>
            <a:defRPr cap="all"/>
          </a:pPr>
          <a:r>
            <a:rPr lang="en-US"/>
            <a:t>AdamW optimiser + Cosine LR schedule converges to ~92 % accuracy in 20 epochs on CPU.</a:t>
          </a:r>
        </a:p>
      </dgm:t>
    </dgm:pt>
    <dgm:pt modelId="{DD339860-6EC8-4348-AF57-FB8861136F62}" type="parTrans" cxnId="{B8D061DD-817C-4FBF-B247-B0FD04F4D94C}">
      <dgm:prSet/>
      <dgm:spPr/>
      <dgm:t>
        <a:bodyPr/>
        <a:lstStyle/>
        <a:p>
          <a:endParaRPr lang="en-US"/>
        </a:p>
      </dgm:t>
    </dgm:pt>
    <dgm:pt modelId="{71F1AF40-EB8E-4770-8A1A-E3776CFE9CA9}" type="sibTrans" cxnId="{B8D061DD-817C-4FBF-B247-B0FD04F4D94C}">
      <dgm:prSet/>
      <dgm:spPr/>
      <dgm:t>
        <a:bodyPr/>
        <a:lstStyle/>
        <a:p>
          <a:endParaRPr lang="en-US"/>
        </a:p>
      </dgm:t>
    </dgm:pt>
    <dgm:pt modelId="{C927CB45-FBC5-4CE7-8464-5FED14773A56}" type="pres">
      <dgm:prSet presAssocID="{80C89385-0C52-4DFE-84C1-BA815C877DD2}" presName="root" presStyleCnt="0">
        <dgm:presLayoutVars>
          <dgm:dir/>
          <dgm:resizeHandles val="exact"/>
        </dgm:presLayoutVars>
      </dgm:prSet>
      <dgm:spPr/>
    </dgm:pt>
    <dgm:pt modelId="{54941A30-B0CC-4909-8710-A263AA285F9D}" type="pres">
      <dgm:prSet presAssocID="{1C0CA98B-4141-4452-8163-6341BF0FD2E9}" presName="compNode" presStyleCnt="0"/>
      <dgm:spPr/>
    </dgm:pt>
    <dgm:pt modelId="{AAD39CEF-93E8-4354-8440-74A9FF506B4D}" type="pres">
      <dgm:prSet presAssocID="{1C0CA98B-4141-4452-8163-6341BF0FD2E9}" presName="iconBgRect" presStyleLbl="bgShp" presStyleIdx="0" presStyleCnt="2"/>
      <dgm:spPr/>
    </dgm:pt>
    <dgm:pt modelId="{422A61FC-5D7F-456E-8F30-E1FFAA4837A4}" type="pres">
      <dgm:prSet presAssocID="{1C0CA98B-4141-4452-8163-6341BF0FD2E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7F9C84A-0C30-4905-BA06-90F410172C74}" type="pres">
      <dgm:prSet presAssocID="{1C0CA98B-4141-4452-8163-6341BF0FD2E9}" presName="spaceRect" presStyleCnt="0"/>
      <dgm:spPr/>
    </dgm:pt>
    <dgm:pt modelId="{C113E2DD-457A-41D3-8541-6F3B80BEB182}" type="pres">
      <dgm:prSet presAssocID="{1C0CA98B-4141-4452-8163-6341BF0FD2E9}" presName="textRect" presStyleLbl="revTx" presStyleIdx="0" presStyleCnt="2">
        <dgm:presLayoutVars>
          <dgm:chMax val="1"/>
          <dgm:chPref val="1"/>
        </dgm:presLayoutVars>
      </dgm:prSet>
      <dgm:spPr/>
    </dgm:pt>
    <dgm:pt modelId="{21882F02-5000-4AC5-AC12-8BBCC6D7D014}" type="pres">
      <dgm:prSet presAssocID="{76D9B75E-BE75-45AE-B392-8572471D02F7}" presName="sibTrans" presStyleCnt="0"/>
      <dgm:spPr/>
    </dgm:pt>
    <dgm:pt modelId="{68DE9FD1-8293-416F-9EE3-20F39AB97A2F}" type="pres">
      <dgm:prSet presAssocID="{0B12DBAC-F802-49B1-9DAF-9D9D124981DA}" presName="compNode" presStyleCnt="0"/>
      <dgm:spPr/>
    </dgm:pt>
    <dgm:pt modelId="{8485E7D0-A79E-4CE7-BDB4-25BDF18D30F1}" type="pres">
      <dgm:prSet presAssocID="{0B12DBAC-F802-49B1-9DAF-9D9D124981DA}" presName="iconBgRect" presStyleLbl="bgShp" presStyleIdx="1" presStyleCnt="2"/>
      <dgm:spPr/>
    </dgm:pt>
    <dgm:pt modelId="{05D0839F-A1F6-49AC-B440-6045909F5059}" type="pres">
      <dgm:prSet presAssocID="{0B12DBAC-F802-49B1-9DAF-9D9D124981D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58D894D-0013-4F17-960A-AA64B7E3CDF2}" type="pres">
      <dgm:prSet presAssocID="{0B12DBAC-F802-49B1-9DAF-9D9D124981DA}" presName="spaceRect" presStyleCnt="0"/>
      <dgm:spPr/>
    </dgm:pt>
    <dgm:pt modelId="{5E8ECE48-312A-4F17-B94E-25B53937E8D6}" type="pres">
      <dgm:prSet presAssocID="{0B12DBAC-F802-49B1-9DAF-9D9D124981D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430E219-8416-4880-A99E-B7221D25A267}" type="presOf" srcId="{80C89385-0C52-4DFE-84C1-BA815C877DD2}" destId="{C927CB45-FBC5-4CE7-8464-5FED14773A56}" srcOrd="0" destOrd="0" presId="urn:microsoft.com/office/officeart/2018/5/layout/IconCircleLabelList"/>
    <dgm:cxn modelId="{BFD9F036-42BA-4DD1-ACE0-50D0BD293658}" type="presOf" srcId="{0B12DBAC-F802-49B1-9DAF-9D9D124981DA}" destId="{5E8ECE48-312A-4F17-B94E-25B53937E8D6}" srcOrd="0" destOrd="0" presId="urn:microsoft.com/office/officeart/2018/5/layout/IconCircleLabelList"/>
    <dgm:cxn modelId="{9F78663A-4392-45D0-BAC2-B7585DBFD789}" srcId="{80C89385-0C52-4DFE-84C1-BA815C877DD2}" destId="{1C0CA98B-4141-4452-8163-6341BF0FD2E9}" srcOrd="0" destOrd="0" parTransId="{CD0ED7BA-00E9-470E-85B8-F2B087D19618}" sibTransId="{76D9B75E-BE75-45AE-B392-8572471D02F7}"/>
    <dgm:cxn modelId="{64134B5E-1DB7-4277-A0E4-8A137A3EA12A}" type="presOf" srcId="{1C0CA98B-4141-4452-8163-6341BF0FD2E9}" destId="{C113E2DD-457A-41D3-8541-6F3B80BEB182}" srcOrd="0" destOrd="0" presId="urn:microsoft.com/office/officeart/2018/5/layout/IconCircleLabelList"/>
    <dgm:cxn modelId="{B8D061DD-817C-4FBF-B247-B0FD04F4D94C}" srcId="{80C89385-0C52-4DFE-84C1-BA815C877DD2}" destId="{0B12DBAC-F802-49B1-9DAF-9D9D124981DA}" srcOrd="1" destOrd="0" parTransId="{DD339860-6EC8-4348-AF57-FB8861136F62}" sibTransId="{71F1AF40-EB8E-4770-8A1A-E3776CFE9CA9}"/>
    <dgm:cxn modelId="{9F81AAE3-0EAD-4F4E-ADD1-0073F179561E}" type="presParOf" srcId="{C927CB45-FBC5-4CE7-8464-5FED14773A56}" destId="{54941A30-B0CC-4909-8710-A263AA285F9D}" srcOrd="0" destOrd="0" presId="urn:microsoft.com/office/officeart/2018/5/layout/IconCircleLabelList"/>
    <dgm:cxn modelId="{0ED3BBF6-3A53-462D-826B-A26F789C117E}" type="presParOf" srcId="{54941A30-B0CC-4909-8710-A263AA285F9D}" destId="{AAD39CEF-93E8-4354-8440-74A9FF506B4D}" srcOrd="0" destOrd="0" presId="urn:microsoft.com/office/officeart/2018/5/layout/IconCircleLabelList"/>
    <dgm:cxn modelId="{466D9759-A520-43DA-98A5-045A6C817C27}" type="presParOf" srcId="{54941A30-B0CC-4909-8710-A263AA285F9D}" destId="{422A61FC-5D7F-456E-8F30-E1FFAA4837A4}" srcOrd="1" destOrd="0" presId="urn:microsoft.com/office/officeart/2018/5/layout/IconCircleLabelList"/>
    <dgm:cxn modelId="{FE7C34E3-FC3C-45A4-ABA1-1BC68B7C95BE}" type="presParOf" srcId="{54941A30-B0CC-4909-8710-A263AA285F9D}" destId="{97F9C84A-0C30-4905-BA06-90F410172C74}" srcOrd="2" destOrd="0" presId="urn:microsoft.com/office/officeart/2018/5/layout/IconCircleLabelList"/>
    <dgm:cxn modelId="{ABD478FD-C8CA-4C20-8BC7-308EFEAA314D}" type="presParOf" srcId="{54941A30-B0CC-4909-8710-A263AA285F9D}" destId="{C113E2DD-457A-41D3-8541-6F3B80BEB182}" srcOrd="3" destOrd="0" presId="urn:microsoft.com/office/officeart/2018/5/layout/IconCircleLabelList"/>
    <dgm:cxn modelId="{417747A2-0083-41BC-AE28-DD6A1A715831}" type="presParOf" srcId="{C927CB45-FBC5-4CE7-8464-5FED14773A56}" destId="{21882F02-5000-4AC5-AC12-8BBCC6D7D014}" srcOrd="1" destOrd="0" presId="urn:microsoft.com/office/officeart/2018/5/layout/IconCircleLabelList"/>
    <dgm:cxn modelId="{101B98A0-1E8F-402D-82DF-EF32DAD72F2A}" type="presParOf" srcId="{C927CB45-FBC5-4CE7-8464-5FED14773A56}" destId="{68DE9FD1-8293-416F-9EE3-20F39AB97A2F}" srcOrd="2" destOrd="0" presId="urn:microsoft.com/office/officeart/2018/5/layout/IconCircleLabelList"/>
    <dgm:cxn modelId="{8A6F3901-91FB-4173-A425-DECC7A43BA27}" type="presParOf" srcId="{68DE9FD1-8293-416F-9EE3-20F39AB97A2F}" destId="{8485E7D0-A79E-4CE7-BDB4-25BDF18D30F1}" srcOrd="0" destOrd="0" presId="urn:microsoft.com/office/officeart/2018/5/layout/IconCircleLabelList"/>
    <dgm:cxn modelId="{47BB2F0A-6D16-4BB8-8D83-9E9EEEEDFC42}" type="presParOf" srcId="{68DE9FD1-8293-416F-9EE3-20F39AB97A2F}" destId="{05D0839F-A1F6-49AC-B440-6045909F5059}" srcOrd="1" destOrd="0" presId="urn:microsoft.com/office/officeart/2018/5/layout/IconCircleLabelList"/>
    <dgm:cxn modelId="{A2D8C696-3AB5-4EA3-9FA8-3ED84279A15D}" type="presParOf" srcId="{68DE9FD1-8293-416F-9EE3-20F39AB97A2F}" destId="{658D894D-0013-4F17-960A-AA64B7E3CDF2}" srcOrd="2" destOrd="0" presId="urn:microsoft.com/office/officeart/2018/5/layout/IconCircleLabelList"/>
    <dgm:cxn modelId="{E3A06B61-2027-413C-8B3E-60ED9BC9D8F5}" type="presParOf" srcId="{68DE9FD1-8293-416F-9EE3-20F39AB97A2F}" destId="{5E8ECE48-312A-4F17-B94E-25B53937E8D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690DF0A-FE59-41ED-A109-F6DB2732771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EA5F623-9A6F-419A-8E32-B80FD960A4F9}">
      <dgm:prSet/>
      <dgm:spPr/>
      <dgm:t>
        <a:bodyPr/>
        <a:lstStyle/>
        <a:p>
          <a:r>
            <a:rPr lang="en-US" b="0" dirty="0"/>
            <a:t>def </a:t>
          </a:r>
          <a:r>
            <a:rPr lang="en-US" b="0" dirty="0" err="1"/>
            <a:t>predict_image</a:t>
          </a:r>
          <a:r>
            <a:rPr lang="en-US" b="0" dirty="0"/>
            <a:t>(</a:t>
          </a:r>
          <a:r>
            <a:rPr lang="en-US" b="0" dirty="0" err="1"/>
            <a:t>image_path</a:t>
          </a:r>
          <a:r>
            <a:rPr lang="en-US" b="0" dirty="0"/>
            <a:t>):</a:t>
          </a:r>
        </a:p>
        <a:p>
          <a:r>
            <a:rPr lang="en-US" b="0" dirty="0" err="1"/>
            <a:t>img</a:t>
          </a:r>
          <a:r>
            <a:rPr lang="en-US" b="0" dirty="0"/>
            <a:t> = </a:t>
          </a:r>
          <a:r>
            <a:rPr lang="en-US" b="0" dirty="0" err="1"/>
            <a:t>Image.open</a:t>
          </a:r>
          <a:r>
            <a:rPr lang="en-US" b="0" dirty="0"/>
            <a:t>(</a:t>
          </a:r>
          <a:r>
            <a:rPr lang="en-US" b="0" dirty="0" err="1"/>
            <a:t>image_path</a:t>
          </a:r>
          <a:r>
            <a:rPr lang="en-US" b="0" dirty="0"/>
            <a:t>).convert("L")</a:t>
          </a:r>
        </a:p>
        <a:p>
          <a:r>
            <a:rPr lang="en-US" b="0" dirty="0" err="1"/>
            <a:t>img_tensor</a:t>
          </a:r>
          <a:r>
            <a:rPr lang="en-US" b="0" dirty="0"/>
            <a:t> = </a:t>
          </a:r>
          <a:r>
            <a:rPr lang="en-US" b="0" dirty="0" err="1"/>
            <a:t>test_tfms</a:t>
          </a:r>
          <a:r>
            <a:rPr lang="en-US" b="0" dirty="0"/>
            <a:t>(</a:t>
          </a:r>
          <a:r>
            <a:rPr lang="en-US" b="0" dirty="0" err="1"/>
            <a:t>img</a:t>
          </a:r>
          <a:r>
            <a:rPr lang="en-US" b="0" dirty="0"/>
            <a:t>).</a:t>
          </a:r>
          <a:r>
            <a:rPr lang="en-US" b="0" dirty="0" err="1"/>
            <a:t>unsqueeze</a:t>
          </a:r>
          <a:r>
            <a:rPr lang="en-US" b="0" dirty="0"/>
            <a:t>(0).to(DEVICE)</a:t>
          </a:r>
          <a:endParaRPr lang="en-US" dirty="0"/>
        </a:p>
      </dgm:t>
    </dgm:pt>
    <dgm:pt modelId="{BB66A7B7-0924-4F44-8D27-C4EAEE2DD59A}" type="parTrans" cxnId="{7903693A-9D46-4B18-A855-E1DC1638AB9D}">
      <dgm:prSet/>
      <dgm:spPr/>
      <dgm:t>
        <a:bodyPr/>
        <a:lstStyle/>
        <a:p>
          <a:endParaRPr lang="en-US"/>
        </a:p>
      </dgm:t>
    </dgm:pt>
    <dgm:pt modelId="{86AAB3BE-9B78-4BE6-9077-C2008309E89B}" type="sibTrans" cxnId="{7903693A-9D46-4B18-A855-E1DC1638AB9D}">
      <dgm:prSet/>
      <dgm:spPr/>
      <dgm:t>
        <a:bodyPr/>
        <a:lstStyle/>
        <a:p>
          <a:endParaRPr lang="en-US"/>
        </a:p>
      </dgm:t>
    </dgm:pt>
    <dgm:pt modelId="{36777E4B-4677-4122-BAA0-25B7CA0A1A82}">
      <dgm:prSet/>
      <dgm:spPr/>
      <dgm:t>
        <a:bodyPr/>
        <a:lstStyle/>
        <a:p>
          <a:r>
            <a:rPr lang="en-US"/>
            <a:t>Loads saved weights, applies the same transform, prints predicted character.</a:t>
          </a:r>
        </a:p>
      </dgm:t>
    </dgm:pt>
    <dgm:pt modelId="{D5223DAF-F86A-4F19-B25F-8D0FB1B76266}" type="parTrans" cxnId="{3B6D1439-15CB-4E8B-8261-54835BB45455}">
      <dgm:prSet/>
      <dgm:spPr/>
      <dgm:t>
        <a:bodyPr/>
        <a:lstStyle/>
        <a:p>
          <a:endParaRPr lang="en-US"/>
        </a:p>
      </dgm:t>
    </dgm:pt>
    <dgm:pt modelId="{DBE05037-DBB5-4DBF-9049-C4D0AF5CFE71}" type="sibTrans" cxnId="{3B6D1439-15CB-4E8B-8261-54835BB45455}">
      <dgm:prSet/>
      <dgm:spPr/>
      <dgm:t>
        <a:bodyPr/>
        <a:lstStyle/>
        <a:p>
          <a:endParaRPr lang="en-US"/>
        </a:p>
      </dgm:t>
    </dgm:pt>
    <dgm:pt modelId="{B16D9C45-0DD2-4FDE-BFBC-FC1E9C6567F9}" type="pres">
      <dgm:prSet presAssocID="{9690DF0A-FE59-41ED-A109-F6DB27327712}" presName="root" presStyleCnt="0">
        <dgm:presLayoutVars>
          <dgm:dir/>
          <dgm:resizeHandles val="exact"/>
        </dgm:presLayoutVars>
      </dgm:prSet>
      <dgm:spPr/>
    </dgm:pt>
    <dgm:pt modelId="{4B4A38DA-A1DA-4806-8938-B082B5B24BA8}" type="pres">
      <dgm:prSet presAssocID="{5EA5F623-9A6F-419A-8E32-B80FD960A4F9}" presName="compNode" presStyleCnt="0"/>
      <dgm:spPr/>
    </dgm:pt>
    <dgm:pt modelId="{10F22D8D-742B-4E74-89A6-F48E80B80A25}" type="pres">
      <dgm:prSet presAssocID="{5EA5F623-9A6F-419A-8E32-B80FD960A4F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 dropper"/>
        </a:ext>
      </dgm:extLst>
    </dgm:pt>
    <dgm:pt modelId="{B140D2A8-CE1B-458C-9548-6F5DF3DF2A78}" type="pres">
      <dgm:prSet presAssocID="{5EA5F623-9A6F-419A-8E32-B80FD960A4F9}" presName="spaceRect" presStyleCnt="0"/>
      <dgm:spPr/>
    </dgm:pt>
    <dgm:pt modelId="{950EBCA0-D699-4894-85FF-748EAC7CA6D1}" type="pres">
      <dgm:prSet presAssocID="{5EA5F623-9A6F-419A-8E32-B80FD960A4F9}" presName="textRect" presStyleLbl="revTx" presStyleIdx="0" presStyleCnt="2">
        <dgm:presLayoutVars>
          <dgm:chMax val="1"/>
          <dgm:chPref val="1"/>
        </dgm:presLayoutVars>
      </dgm:prSet>
      <dgm:spPr/>
    </dgm:pt>
    <dgm:pt modelId="{005B13C3-A8FE-40A0-BC8A-FC6E023E5BEF}" type="pres">
      <dgm:prSet presAssocID="{86AAB3BE-9B78-4BE6-9077-C2008309E89B}" presName="sibTrans" presStyleCnt="0"/>
      <dgm:spPr/>
    </dgm:pt>
    <dgm:pt modelId="{9995A71A-C81F-4614-ADF3-5F456848491E}" type="pres">
      <dgm:prSet presAssocID="{36777E4B-4677-4122-BAA0-25B7CA0A1A82}" presName="compNode" presStyleCnt="0"/>
      <dgm:spPr/>
    </dgm:pt>
    <dgm:pt modelId="{7B8B68FB-142F-4559-B4F3-E51EC3739430}" type="pres">
      <dgm:prSet presAssocID="{36777E4B-4677-4122-BAA0-25B7CA0A1A8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6FBE0314-B5A7-42C1-AFAD-B44352B12C08}" type="pres">
      <dgm:prSet presAssocID="{36777E4B-4677-4122-BAA0-25B7CA0A1A82}" presName="spaceRect" presStyleCnt="0"/>
      <dgm:spPr/>
    </dgm:pt>
    <dgm:pt modelId="{2ADF9842-B009-45D0-9F6B-956FBD393CB7}" type="pres">
      <dgm:prSet presAssocID="{36777E4B-4677-4122-BAA0-25B7CA0A1A8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B6D1439-15CB-4E8B-8261-54835BB45455}" srcId="{9690DF0A-FE59-41ED-A109-F6DB27327712}" destId="{36777E4B-4677-4122-BAA0-25B7CA0A1A82}" srcOrd="1" destOrd="0" parTransId="{D5223DAF-F86A-4F19-B25F-8D0FB1B76266}" sibTransId="{DBE05037-DBB5-4DBF-9049-C4D0AF5CFE71}"/>
    <dgm:cxn modelId="{7903693A-9D46-4B18-A855-E1DC1638AB9D}" srcId="{9690DF0A-FE59-41ED-A109-F6DB27327712}" destId="{5EA5F623-9A6F-419A-8E32-B80FD960A4F9}" srcOrd="0" destOrd="0" parTransId="{BB66A7B7-0924-4F44-8D27-C4EAEE2DD59A}" sibTransId="{86AAB3BE-9B78-4BE6-9077-C2008309E89B}"/>
    <dgm:cxn modelId="{3044663C-4C71-49B7-BCAF-DFDA6D5D8C49}" type="presOf" srcId="{9690DF0A-FE59-41ED-A109-F6DB27327712}" destId="{B16D9C45-0DD2-4FDE-BFBC-FC1E9C6567F9}" srcOrd="0" destOrd="0" presId="urn:microsoft.com/office/officeart/2018/2/layout/IconLabelList"/>
    <dgm:cxn modelId="{6F5F6B9F-43F0-4F35-A5CD-0242DD623B53}" type="presOf" srcId="{5EA5F623-9A6F-419A-8E32-B80FD960A4F9}" destId="{950EBCA0-D699-4894-85FF-748EAC7CA6D1}" srcOrd="0" destOrd="0" presId="urn:microsoft.com/office/officeart/2018/2/layout/IconLabelList"/>
    <dgm:cxn modelId="{DFD600D2-CFDA-4373-A58B-9AFBB12C8235}" type="presOf" srcId="{36777E4B-4677-4122-BAA0-25B7CA0A1A82}" destId="{2ADF9842-B009-45D0-9F6B-956FBD393CB7}" srcOrd="0" destOrd="0" presId="urn:microsoft.com/office/officeart/2018/2/layout/IconLabelList"/>
    <dgm:cxn modelId="{01E1E42A-F9F2-4878-AD69-3C5925E9A041}" type="presParOf" srcId="{B16D9C45-0DD2-4FDE-BFBC-FC1E9C6567F9}" destId="{4B4A38DA-A1DA-4806-8938-B082B5B24BA8}" srcOrd="0" destOrd="0" presId="urn:microsoft.com/office/officeart/2018/2/layout/IconLabelList"/>
    <dgm:cxn modelId="{101E52DD-FD2A-43ED-A312-A075B768F5AB}" type="presParOf" srcId="{4B4A38DA-A1DA-4806-8938-B082B5B24BA8}" destId="{10F22D8D-742B-4E74-89A6-F48E80B80A25}" srcOrd="0" destOrd="0" presId="urn:microsoft.com/office/officeart/2018/2/layout/IconLabelList"/>
    <dgm:cxn modelId="{7E0AE8DD-918A-4D95-AEE7-AEA1ADF989A7}" type="presParOf" srcId="{4B4A38DA-A1DA-4806-8938-B082B5B24BA8}" destId="{B140D2A8-CE1B-458C-9548-6F5DF3DF2A78}" srcOrd="1" destOrd="0" presId="urn:microsoft.com/office/officeart/2018/2/layout/IconLabelList"/>
    <dgm:cxn modelId="{981ED98D-C7A5-4142-B272-5BFF0E14604A}" type="presParOf" srcId="{4B4A38DA-A1DA-4806-8938-B082B5B24BA8}" destId="{950EBCA0-D699-4894-85FF-748EAC7CA6D1}" srcOrd="2" destOrd="0" presId="urn:microsoft.com/office/officeart/2018/2/layout/IconLabelList"/>
    <dgm:cxn modelId="{0BC2D67C-4C2F-4706-A696-61A7041A3C6F}" type="presParOf" srcId="{B16D9C45-0DD2-4FDE-BFBC-FC1E9C6567F9}" destId="{005B13C3-A8FE-40A0-BC8A-FC6E023E5BEF}" srcOrd="1" destOrd="0" presId="urn:microsoft.com/office/officeart/2018/2/layout/IconLabelList"/>
    <dgm:cxn modelId="{E5C53796-815B-4EE7-8B1B-1B630D01F127}" type="presParOf" srcId="{B16D9C45-0DD2-4FDE-BFBC-FC1E9C6567F9}" destId="{9995A71A-C81F-4614-ADF3-5F456848491E}" srcOrd="2" destOrd="0" presId="urn:microsoft.com/office/officeart/2018/2/layout/IconLabelList"/>
    <dgm:cxn modelId="{2B66BF99-14BA-4C07-9914-AB651954BBD8}" type="presParOf" srcId="{9995A71A-C81F-4614-ADF3-5F456848491E}" destId="{7B8B68FB-142F-4559-B4F3-E51EC3739430}" srcOrd="0" destOrd="0" presId="urn:microsoft.com/office/officeart/2018/2/layout/IconLabelList"/>
    <dgm:cxn modelId="{AC749464-27B9-4495-A578-0A0E6E4AC30E}" type="presParOf" srcId="{9995A71A-C81F-4614-ADF3-5F456848491E}" destId="{6FBE0314-B5A7-42C1-AFAD-B44352B12C08}" srcOrd="1" destOrd="0" presId="urn:microsoft.com/office/officeart/2018/2/layout/IconLabelList"/>
    <dgm:cxn modelId="{50D6145F-53EC-4688-9706-084CE8EDC623}" type="presParOf" srcId="{9995A71A-C81F-4614-ADF3-5F456848491E}" destId="{2ADF9842-B009-45D0-9F6B-956FBD393CB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D3E2C4C-FD27-4A22-A965-BA9231C11270}" type="doc">
      <dgm:prSet loTypeId="urn:microsoft.com/office/officeart/2005/8/layout/hierarchy1" loCatId="hierarchy" qsTypeId="urn:microsoft.com/office/officeart/2005/8/quickstyle/simple5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F1DCCC9-E0EA-4B31-A4F9-53205D5B252C}">
      <dgm:prSet/>
      <dgm:spPr/>
      <dgm:t>
        <a:bodyPr/>
        <a:lstStyle/>
        <a:p>
          <a:r>
            <a:rPr lang="en-US"/>
            <a:t>▸ Final accuracy ~92 % on validation set.</a:t>
          </a:r>
        </a:p>
      </dgm:t>
    </dgm:pt>
    <dgm:pt modelId="{77FD7A66-DA11-4638-9333-8CC5671842B3}" type="parTrans" cxnId="{2E3985E2-87E6-4E28-A379-11713BD83778}">
      <dgm:prSet/>
      <dgm:spPr/>
      <dgm:t>
        <a:bodyPr/>
        <a:lstStyle/>
        <a:p>
          <a:endParaRPr lang="en-US"/>
        </a:p>
      </dgm:t>
    </dgm:pt>
    <dgm:pt modelId="{3DB5BA8D-AA9F-48B2-9183-B41DB6D7B692}" type="sibTrans" cxnId="{2E3985E2-87E6-4E28-A379-11713BD83778}">
      <dgm:prSet/>
      <dgm:spPr/>
      <dgm:t>
        <a:bodyPr/>
        <a:lstStyle/>
        <a:p>
          <a:endParaRPr lang="en-US"/>
        </a:p>
      </dgm:t>
    </dgm:pt>
    <dgm:pt modelId="{543A0090-971C-4FE1-B390-ABA2FF29FE31}">
      <dgm:prSet/>
      <dgm:spPr/>
      <dgm:t>
        <a:bodyPr/>
        <a:lstStyle/>
        <a:p>
          <a:r>
            <a:rPr lang="en-US"/>
            <a:t>▸ CPU inference latency ≈ 8 ms per glyph.</a:t>
          </a:r>
        </a:p>
      </dgm:t>
    </dgm:pt>
    <dgm:pt modelId="{95B95E9D-313F-4365-981D-46813687FCA0}" type="parTrans" cxnId="{C7B83569-B010-4E7F-95B2-BE116CF87C35}">
      <dgm:prSet/>
      <dgm:spPr/>
      <dgm:t>
        <a:bodyPr/>
        <a:lstStyle/>
        <a:p>
          <a:endParaRPr lang="en-US"/>
        </a:p>
      </dgm:t>
    </dgm:pt>
    <dgm:pt modelId="{3494BD4F-B38D-4893-BF50-5028705281F5}" type="sibTrans" cxnId="{C7B83569-B010-4E7F-95B2-BE116CF87C35}">
      <dgm:prSet/>
      <dgm:spPr/>
      <dgm:t>
        <a:bodyPr/>
        <a:lstStyle/>
        <a:p>
          <a:endParaRPr lang="en-US"/>
        </a:p>
      </dgm:t>
    </dgm:pt>
    <dgm:pt modelId="{EDCD0353-ACEB-477C-9C82-8813AF7D51BA}">
      <dgm:prSet/>
      <dgm:spPr/>
      <dgm:t>
        <a:bodyPr/>
        <a:lstStyle/>
        <a:p>
          <a:r>
            <a:rPr lang="en-US"/>
            <a:t>▸ Demo runs in any browser ― draw or upload, immediate feedback.</a:t>
          </a:r>
        </a:p>
      </dgm:t>
    </dgm:pt>
    <dgm:pt modelId="{8A09D2D7-6CEE-43C5-B9A1-F666B6D304D7}" type="parTrans" cxnId="{9D6220D3-7256-4EA1-97EE-AB29C1463D34}">
      <dgm:prSet/>
      <dgm:spPr/>
      <dgm:t>
        <a:bodyPr/>
        <a:lstStyle/>
        <a:p>
          <a:endParaRPr lang="en-US"/>
        </a:p>
      </dgm:t>
    </dgm:pt>
    <dgm:pt modelId="{27029CCA-7E09-4303-BEE7-2E59C8105BA3}" type="sibTrans" cxnId="{9D6220D3-7256-4EA1-97EE-AB29C1463D34}">
      <dgm:prSet/>
      <dgm:spPr/>
      <dgm:t>
        <a:bodyPr/>
        <a:lstStyle/>
        <a:p>
          <a:endParaRPr lang="en-US"/>
        </a:p>
      </dgm:t>
    </dgm:pt>
    <dgm:pt modelId="{869621A3-8961-4CE2-80AE-B2D844AD658A}" type="pres">
      <dgm:prSet presAssocID="{9D3E2C4C-FD27-4A22-A965-BA9231C112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135CB0F-9DE4-46E8-AD60-F54FFB6AACBA}" type="pres">
      <dgm:prSet presAssocID="{1F1DCCC9-E0EA-4B31-A4F9-53205D5B252C}" presName="hierRoot1" presStyleCnt="0"/>
      <dgm:spPr/>
    </dgm:pt>
    <dgm:pt modelId="{84F85C28-017B-4AE9-8CFA-89CB0DCA1452}" type="pres">
      <dgm:prSet presAssocID="{1F1DCCC9-E0EA-4B31-A4F9-53205D5B252C}" presName="composite" presStyleCnt="0"/>
      <dgm:spPr/>
    </dgm:pt>
    <dgm:pt modelId="{46B12831-DAA8-4466-AA05-F85524B95F78}" type="pres">
      <dgm:prSet presAssocID="{1F1DCCC9-E0EA-4B31-A4F9-53205D5B252C}" presName="background" presStyleLbl="node0" presStyleIdx="0" presStyleCnt="3"/>
      <dgm:spPr/>
    </dgm:pt>
    <dgm:pt modelId="{1DBDEC45-E1E1-4F77-81CD-CAA0DC433B2B}" type="pres">
      <dgm:prSet presAssocID="{1F1DCCC9-E0EA-4B31-A4F9-53205D5B252C}" presName="text" presStyleLbl="fgAcc0" presStyleIdx="0" presStyleCnt="3">
        <dgm:presLayoutVars>
          <dgm:chPref val="3"/>
        </dgm:presLayoutVars>
      </dgm:prSet>
      <dgm:spPr/>
    </dgm:pt>
    <dgm:pt modelId="{8C8C5E13-E178-45E9-89CE-BA3433224DB8}" type="pres">
      <dgm:prSet presAssocID="{1F1DCCC9-E0EA-4B31-A4F9-53205D5B252C}" presName="hierChild2" presStyleCnt="0"/>
      <dgm:spPr/>
    </dgm:pt>
    <dgm:pt modelId="{72D1B882-81EC-4768-8773-478B7E128A3F}" type="pres">
      <dgm:prSet presAssocID="{543A0090-971C-4FE1-B390-ABA2FF29FE31}" presName="hierRoot1" presStyleCnt="0"/>
      <dgm:spPr/>
    </dgm:pt>
    <dgm:pt modelId="{68291551-EB07-4314-8B07-C8F0EC7CA175}" type="pres">
      <dgm:prSet presAssocID="{543A0090-971C-4FE1-B390-ABA2FF29FE31}" presName="composite" presStyleCnt="0"/>
      <dgm:spPr/>
    </dgm:pt>
    <dgm:pt modelId="{0AA95216-8FA1-49A4-ACCE-11CA02B50597}" type="pres">
      <dgm:prSet presAssocID="{543A0090-971C-4FE1-B390-ABA2FF29FE31}" presName="background" presStyleLbl="node0" presStyleIdx="1" presStyleCnt="3"/>
      <dgm:spPr/>
    </dgm:pt>
    <dgm:pt modelId="{3ABBBDFE-F651-417A-A587-901B0CD3EB85}" type="pres">
      <dgm:prSet presAssocID="{543A0090-971C-4FE1-B390-ABA2FF29FE31}" presName="text" presStyleLbl="fgAcc0" presStyleIdx="1" presStyleCnt="3">
        <dgm:presLayoutVars>
          <dgm:chPref val="3"/>
        </dgm:presLayoutVars>
      </dgm:prSet>
      <dgm:spPr/>
    </dgm:pt>
    <dgm:pt modelId="{5578EB43-B8A0-4987-BB24-0597D71214FC}" type="pres">
      <dgm:prSet presAssocID="{543A0090-971C-4FE1-B390-ABA2FF29FE31}" presName="hierChild2" presStyleCnt="0"/>
      <dgm:spPr/>
    </dgm:pt>
    <dgm:pt modelId="{B4F5E13F-0606-4329-AF65-CB1DCB595923}" type="pres">
      <dgm:prSet presAssocID="{EDCD0353-ACEB-477C-9C82-8813AF7D51BA}" presName="hierRoot1" presStyleCnt="0"/>
      <dgm:spPr/>
    </dgm:pt>
    <dgm:pt modelId="{C9FB78BD-0873-4C09-B42F-938E2303E59D}" type="pres">
      <dgm:prSet presAssocID="{EDCD0353-ACEB-477C-9C82-8813AF7D51BA}" presName="composite" presStyleCnt="0"/>
      <dgm:spPr/>
    </dgm:pt>
    <dgm:pt modelId="{E0FE5BAE-E0EA-47F0-A0A3-8A5CF714B58C}" type="pres">
      <dgm:prSet presAssocID="{EDCD0353-ACEB-477C-9C82-8813AF7D51BA}" presName="background" presStyleLbl="node0" presStyleIdx="2" presStyleCnt="3"/>
      <dgm:spPr/>
    </dgm:pt>
    <dgm:pt modelId="{2F828348-2AD0-4E68-88F9-D8EA35C5C3CC}" type="pres">
      <dgm:prSet presAssocID="{EDCD0353-ACEB-477C-9C82-8813AF7D51BA}" presName="text" presStyleLbl="fgAcc0" presStyleIdx="2" presStyleCnt="3">
        <dgm:presLayoutVars>
          <dgm:chPref val="3"/>
        </dgm:presLayoutVars>
      </dgm:prSet>
      <dgm:spPr/>
    </dgm:pt>
    <dgm:pt modelId="{6812B9F6-46F5-4CE3-9958-EBE225D11568}" type="pres">
      <dgm:prSet presAssocID="{EDCD0353-ACEB-477C-9C82-8813AF7D51BA}" presName="hierChild2" presStyleCnt="0"/>
      <dgm:spPr/>
    </dgm:pt>
  </dgm:ptLst>
  <dgm:cxnLst>
    <dgm:cxn modelId="{67779633-C326-4431-91FB-1D941621A22C}" type="presOf" srcId="{EDCD0353-ACEB-477C-9C82-8813AF7D51BA}" destId="{2F828348-2AD0-4E68-88F9-D8EA35C5C3CC}" srcOrd="0" destOrd="0" presId="urn:microsoft.com/office/officeart/2005/8/layout/hierarchy1"/>
    <dgm:cxn modelId="{C7B83569-B010-4E7F-95B2-BE116CF87C35}" srcId="{9D3E2C4C-FD27-4A22-A965-BA9231C11270}" destId="{543A0090-971C-4FE1-B390-ABA2FF29FE31}" srcOrd="1" destOrd="0" parTransId="{95B95E9D-313F-4365-981D-46813687FCA0}" sibTransId="{3494BD4F-B38D-4893-BF50-5028705281F5}"/>
    <dgm:cxn modelId="{59221553-F396-4B97-B563-D530A6B8D169}" type="presOf" srcId="{9D3E2C4C-FD27-4A22-A965-BA9231C11270}" destId="{869621A3-8961-4CE2-80AE-B2D844AD658A}" srcOrd="0" destOrd="0" presId="urn:microsoft.com/office/officeart/2005/8/layout/hierarchy1"/>
    <dgm:cxn modelId="{85A5F959-32AC-43AA-AD43-DFC16B62CEFE}" type="presOf" srcId="{543A0090-971C-4FE1-B390-ABA2FF29FE31}" destId="{3ABBBDFE-F651-417A-A587-901B0CD3EB85}" srcOrd="0" destOrd="0" presId="urn:microsoft.com/office/officeart/2005/8/layout/hierarchy1"/>
    <dgm:cxn modelId="{040C8A89-E1E3-457A-B638-BA5170A173F1}" type="presOf" srcId="{1F1DCCC9-E0EA-4B31-A4F9-53205D5B252C}" destId="{1DBDEC45-E1E1-4F77-81CD-CAA0DC433B2B}" srcOrd="0" destOrd="0" presId="urn:microsoft.com/office/officeart/2005/8/layout/hierarchy1"/>
    <dgm:cxn modelId="{9D6220D3-7256-4EA1-97EE-AB29C1463D34}" srcId="{9D3E2C4C-FD27-4A22-A965-BA9231C11270}" destId="{EDCD0353-ACEB-477C-9C82-8813AF7D51BA}" srcOrd="2" destOrd="0" parTransId="{8A09D2D7-6CEE-43C5-B9A1-F666B6D304D7}" sibTransId="{27029CCA-7E09-4303-BEE7-2E59C8105BA3}"/>
    <dgm:cxn modelId="{2E3985E2-87E6-4E28-A379-11713BD83778}" srcId="{9D3E2C4C-FD27-4A22-A965-BA9231C11270}" destId="{1F1DCCC9-E0EA-4B31-A4F9-53205D5B252C}" srcOrd="0" destOrd="0" parTransId="{77FD7A66-DA11-4638-9333-8CC5671842B3}" sibTransId="{3DB5BA8D-AA9F-48B2-9183-B41DB6D7B692}"/>
    <dgm:cxn modelId="{195CBAFF-7927-4E45-B130-9555FB18208F}" type="presParOf" srcId="{869621A3-8961-4CE2-80AE-B2D844AD658A}" destId="{F135CB0F-9DE4-46E8-AD60-F54FFB6AACBA}" srcOrd="0" destOrd="0" presId="urn:microsoft.com/office/officeart/2005/8/layout/hierarchy1"/>
    <dgm:cxn modelId="{F9CF7E06-AF5A-4C64-90E1-C3F339826815}" type="presParOf" srcId="{F135CB0F-9DE4-46E8-AD60-F54FFB6AACBA}" destId="{84F85C28-017B-4AE9-8CFA-89CB0DCA1452}" srcOrd="0" destOrd="0" presId="urn:microsoft.com/office/officeart/2005/8/layout/hierarchy1"/>
    <dgm:cxn modelId="{31FDC240-898C-41BD-8929-B407CBE655C3}" type="presParOf" srcId="{84F85C28-017B-4AE9-8CFA-89CB0DCA1452}" destId="{46B12831-DAA8-4466-AA05-F85524B95F78}" srcOrd="0" destOrd="0" presId="urn:microsoft.com/office/officeart/2005/8/layout/hierarchy1"/>
    <dgm:cxn modelId="{6DDDE9CA-A5B9-48B7-A852-92EF1ED527DC}" type="presParOf" srcId="{84F85C28-017B-4AE9-8CFA-89CB0DCA1452}" destId="{1DBDEC45-E1E1-4F77-81CD-CAA0DC433B2B}" srcOrd="1" destOrd="0" presId="urn:microsoft.com/office/officeart/2005/8/layout/hierarchy1"/>
    <dgm:cxn modelId="{9154BC18-B90E-4FD6-ACB1-3D53049A3DC9}" type="presParOf" srcId="{F135CB0F-9DE4-46E8-AD60-F54FFB6AACBA}" destId="{8C8C5E13-E178-45E9-89CE-BA3433224DB8}" srcOrd="1" destOrd="0" presId="urn:microsoft.com/office/officeart/2005/8/layout/hierarchy1"/>
    <dgm:cxn modelId="{219849E5-634F-411E-8427-971570DDC329}" type="presParOf" srcId="{869621A3-8961-4CE2-80AE-B2D844AD658A}" destId="{72D1B882-81EC-4768-8773-478B7E128A3F}" srcOrd="1" destOrd="0" presId="urn:microsoft.com/office/officeart/2005/8/layout/hierarchy1"/>
    <dgm:cxn modelId="{34FA005F-84FA-441D-9097-16CA3F3A0429}" type="presParOf" srcId="{72D1B882-81EC-4768-8773-478B7E128A3F}" destId="{68291551-EB07-4314-8B07-C8F0EC7CA175}" srcOrd="0" destOrd="0" presId="urn:microsoft.com/office/officeart/2005/8/layout/hierarchy1"/>
    <dgm:cxn modelId="{45AB0ECC-6D10-4617-AFFE-123788039D39}" type="presParOf" srcId="{68291551-EB07-4314-8B07-C8F0EC7CA175}" destId="{0AA95216-8FA1-49A4-ACCE-11CA02B50597}" srcOrd="0" destOrd="0" presId="urn:microsoft.com/office/officeart/2005/8/layout/hierarchy1"/>
    <dgm:cxn modelId="{24DBE5E1-9903-4654-B519-C7910A729D7C}" type="presParOf" srcId="{68291551-EB07-4314-8B07-C8F0EC7CA175}" destId="{3ABBBDFE-F651-417A-A587-901B0CD3EB85}" srcOrd="1" destOrd="0" presId="urn:microsoft.com/office/officeart/2005/8/layout/hierarchy1"/>
    <dgm:cxn modelId="{3DA0742C-583E-4B1E-8608-3A72721FED00}" type="presParOf" srcId="{72D1B882-81EC-4768-8773-478B7E128A3F}" destId="{5578EB43-B8A0-4987-BB24-0597D71214FC}" srcOrd="1" destOrd="0" presId="urn:microsoft.com/office/officeart/2005/8/layout/hierarchy1"/>
    <dgm:cxn modelId="{1B04C153-D88A-4408-AE43-EA43D2759724}" type="presParOf" srcId="{869621A3-8961-4CE2-80AE-B2D844AD658A}" destId="{B4F5E13F-0606-4329-AF65-CB1DCB595923}" srcOrd="2" destOrd="0" presId="urn:microsoft.com/office/officeart/2005/8/layout/hierarchy1"/>
    <dgm:cxn modelId="{2934A325-B0AE-42FE-BEE1-F2882B934575}" type="presParOf" srcId="{B4F5E13F-0606-4329-AF65-CB1DCB595923}" destId="{C9FB78BD-0873-4C09-B42F-938E2303E59D}" srcOrd="0" destOrd="0" presId="urn:microsoft.com/office/officeart/2005/8/layout/hierarchy1"/>
    <dgm:cxn modelId="{723A3956-3621-4993-9163-A10E4050BC19}" type="presParOf" srcId="{C9FB78BD-0873-4C09-B42F-938E2303E59D}" destId="{E0FE5BAE-E0EA-47F0-A0A3-8A5CF714B58C}" srcOrd="0" destOrd="0" presId="urn:microsoft.com/office/officeart/2005/8/layout/hierarchy1"/>
    <dgm:cxn modelId="{EAC4B753-CF08-44B0-801B-DCC145D3BDDE}" type="presParOf" srcId="{C9FB78BD-0873-4C09-B42F-938E2303E59D}" destId="{2F828348-2AD0-4E68-88F9-D8EA35C5C3CC}" srcOrd="1" destOrd="0" presId="urn:microsoft.com/office/officeart/2005/8/layout/hierarchy1"/>
    <dgm:cxn modelId="{9E5B62B6-0162-4175-A8F6-755EC6E62E06}" type="presParOf" srcId="{B4F5E13F-0606-4329-AF65-CB1DCB595923}" destId="{6812B9F6-46F5-4CE3-9958-EBE225D1156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7111AC-C5AC-490A-80BB-D27FF8B2D25B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74FB3B-77E0-49BD-8E70-3BC37D05DC02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71CB07-15F4-4E12-A705-8DCE48B4C351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▸ Handwriting is highly personal and inconsistent – standard datasets (e.g. MNIST) fail.</a:t>
          </a:r>
        </a:p>
      </dsp:txBody>
      <dsp:txXfrm>
        <a:off x="46529" y="2703902"/>
        <a:ext cx="2418750" cy="720000"/>
      </dsp:txXfrm>
    </dsp:sp>
    <dsp:sp modelId="{681152D1-AA29-44C4-90DB-EA07EFF93635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ABE385-C734-419F-857F-C0FE425BE98F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932C0B-7288-4A45-921F-BEC6282F7937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▸ Need to recognise both digits (0‑9) and letters (A‑Z, a‑z) from real notebooks / photos.</a:t>
          </a:r>
        </a:p>
      </dsp:txBody>
      <dsp:txXfrm>
        <a:off x="2888560" y="2703902"/>
        <a:ext cx="2418750" cy="720000"/>
      </dsp:txXfrm>
    </dsp:sp>
    <dsp:sp modelId="{9BE7E60A-561D-4B0E-9C8C-BF06D2646F64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91D010-01D1-4DB0-9256-B92601423FF7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77239D-5F53-4866-A403-9338D0829E8A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▸ Goal: Accurate, CPU‑light model that anyone can test in a browser (drawing or uploading).</a:t>
          </a:r>
        </a:p>
      </dsp:txBody>
      <dsp:txXfrm>
        <a:off x="5730591" y="2703902"/>
        <a:ext cx="241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2F19B9-6C36-4454-A72D-C402DDF48DA3}">
      <dsp:nvSpPr>
        <dsp:cNvPr id="0" name=""/>
        <dsp:cNvSpPr/>
      </dsp:nvSpPr>
      <dsp:spPr>
        <a:xfrm>
          <a:off x="757092" y="1992"/>
          <a:ext cx="3034531" cy="1820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▸ Kaggle English Handwritten Characters ‑ ~3 000 PNG (1200×900).</a:t>
          </a:r>
        </a:p>
      </dsp:txBody>
      <dsp:txXfrm>
        <a:off x="757092" y="1992"/>
        <a:ext cx="3034531" cy="1820718"/>
      </dsp:txXfrm>
    </dsp:sp>
    <dsp:sp modelId="{6391662C-D61B-4CF4-850E-651FB96C54B9}">
      <dsp:nvSpPr>
        <dsp:cNvPr id="0" name=""/>
        <dsp:cNvSpPr/>
      </dsp:nvSpPr>
      <dsp:spPr>
        <a:xfrm>
          <a:off x="4095076" y="1992"/>
          <a:ext cx="3034531" cy="1820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▸ CSV maps each image to its character label (62 classes).</a:t>
          </a:r>
        </a:p>
      </dsp:txBody>
      <dsp:txXfrm>
        <a:off x="4095076" y="1992"/>
        <a:ext cx="3034531" cy="1820718"/>
      </dsp:txXfrm>
    </dsp:sp>
    <dsp:sp modelId="{488827EE-2B14-4C0B-9967-1D256E6995FD}">
      <dsp:nvSpPr>
        <dsp:cNvPr id="0" name=""/>
        <dsp:cNvSpPr/>
      </dsp:nvSpPr>
      <dsp:spPr>
        <a:xfrm>
          <a:off x="2426084" y="2126164"/>
          <a:ext cx="3034531" cy="1820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▸ High resolution, black ink on white background.</a:t>
          </a:r>
        </a:p>
      </dsp:txBody>
      <dsp:txXfrm>
        <a:off x="2426084" y="2126164"/>
        <a:ext cx="3034531" cy="18207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1A9389-9998-4638-A594-DB4626D58090}">
      <dsp:nvSpPr>
        <dsp:cNvPr id="0" name=""/>
        <dsp:cNvSpPr/>
      </dsp:nvSpPr>
      <dsp:spPr>
        <a:xfrm>
          <a:off x="0" y="47720"/>
          <a:ext cx="7886700" cy="91367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1. Convert to grayscale &amp; invert so strokes are white on black.</a:t>
          </a:r>
        </a:p>
      </dsp:txBody>
      <dsp:txXfrm>
        <a:off x="44602" y="92322"/>
        <a:ext cx="7797496" cy="824474"/>
      </dsp:txXfrm>
    </dsp:sp>
    <dsp:sp modelId="{3A80BF20-D24D-4A6B-9595-E31933077C66}">
      <dsp:nvSpPr>
        <dsp:cNvPr id="0" name=""/>
        <dsp:cNvSpPr/>
      </dsp:nvSpPr>
      <dsp:spPr>
        <a:xfrm>
          <a:off x="0" y="1027639"/>
          <a:ext cx="7886700" cy="913678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2. Otsu threshold + contour detection → crop tight glyph.</a:t>
          </a:r>
        </a:p>
      </dsp:txBody>
      <dsp:txXfrm>
        <a:off x="44602" y="1072241"/>
        <a:ext cx="7797496" cy="824474"/>
      </dsp:txXfrm>
    </dsp:sp>
    <dsp:sp modelId="{4CC3CD94-60C1-48BD-BB31-17A0B0C0BBE8}">
      <dsp:nvSpPr>
        <dsp:cNvPr id="0" name=""/>
        <dsp:cNvSpPr/>
      </dsp:nvSpPr>
      <dsp:spPr>
        <a:xfrm>
          <a:off x="0" y="2007558"/>
          <a:ext cx="7886700" cy="913678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3. Pad to square, resize → 64×64.</a:t>
          </a:r>
        </a:p>
      </dsp:txBody>
      <dsp:txXfrm>
        <a:off x="44602" y="2052160"/>
        <a:ext cx="7797496" cy="824474"/>
      </dsp:txXfrm>
    </dsp:sp>
    <dsp:sp modelId="{07E19D81-BCD3-40D6-84EA-33B0976C3F88}">
      <dsp:nvSpPr>
        <dsp:cNvPr id="0" name=""/>
        <dsp:cNvSpPr/>
      </dsp:nvSpPr>
      <dsp:spPr>
        <a:xfrm>
          <a:off x="0" y="2987476"/>
          <a:ext cx="7886700" cy="913678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4. Normalize μ=0.5 σ=0.5.  Same pipeline for training &amp; inference.</a:t>
          </a:r>
        </a:p>
      </dsp:txBody>
      <dsp:txXfrm>
        <a:off x="44602" y="3032078"/>
        <a:ext cx="7797496" cy="8244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DD05C5-E8DB-498C-859A-FAF3120EA59B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F7AB7A-BAAD-4CCE-9ABC-6E635FCFC2B5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df = pd.read_csv('data/english.csv')</a:t>
          </a:r>
          <a:br>
            <a:rPr lang="en-US" sz="1700" kern="1200"/>
          </a:br>
          <a:r>
            <a:rPr lang="en-US" sz="1700" kern="1200"/>
            <a:t>label_list = sorted(df['label'].unique())   # '0'...'z'</a:t>
          </a:r>
          <a:br>
            <a:rPr lang="en-US" sz="1700" kern="1200"/>
          </a:br>
          <a:r>
            <a:rPr lang="en-US" sz="1700" kern="1200"/>
            <a:t>label_to_idx = {lbl:i for i, lbl in enumerate(label_list)}</a:t>
          </a:r>
          <a:br>
            <a:rPr lang="en-US" sz="1700" kern="1200"/>
          </a:br>
          <a:r>
            <a:rPr lang="en-US" sz="1700" kern="1200"/>
            <a:t>json.dump(label_list, open('scripts/label_map.json', 'w'))</a:t>
          </a:r>
        </a:p>
      </dsp:txBody>
      <dsp:txXfrm>
        <a:off x="456496" y="980400"/>
        <a:ext cx="3381034" cy="2099279"/>
      </dsp:txXfrm>
    </dsp:sp>
    <dsp:sp modelId="{B7427579-9B7D-4931-90F8-34FF9CC6E1D0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17FA95-3E50-41C7-8814-B29EFA86B55E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Generate list of 62 labels once and reuse ➜ ensures model &amp; Flask decode the same index.</a:t>
          </a:r>
        </a:p>
      </dsp:txBody>
      <dsp:txXfrm>
        <a:off x="4748523" y="980400"/>
        <a:ext cx="3381034" cy="20992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2655AF-319A-4FDC-9201-D9B700E66E8D}">
      <dsp:nvSpPr>
        <dsp:cNvPr id="0" name=""/>
        <dsp:cNvSpPr/>
      </dsp:nvSpPr>
      <dsp:spPr>
        <a:xfrm>
          <a:off x="0" y="3358532"/>
          <a:ext cx="5051582" cy="220356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Wraps images + labels, applies augmentations (rotation, affine, flip) only in training mode.</a:t>
          </a:r>
        </a:p>
      </dsp:txBody>
      <dsp:txXfrm>
        <a:off x="0" y="3358532"/>
        <a:ext cx="5051582" cy="2203560"/>
      </dsp:txXfrm>
    </dsp:sp>
    <dsp:sp modelId="{1CE59C99-3CDF-4D85-B977-FD9345033749}">
      <dsp:nvSpPr>
        <dsp:cNvPr id="0" name=""/>
        <dsp:cNvSpPr/>
      </dsp:nvSpPr>
      <dsp:spPr>
        <a:xfrm rot="10800000">
          <a:off x="0" y="2509"/>
          <a:ext cx="5051582" cy="3389076"/>
        </a:xfrm>
        <a:prstGeom prst="upArrowCallou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class HandwrittenDataset(Dataset):</a:t>
          </a:r>
          <a:br>
            <a:rPr lang="en-US" sz="1900" kern="1200"/>
          </a:br>
          <a:r>
            <a:rPr lang="en-US" sz="1900" kern="1200"/>
            <a:t>    def __getitem__(self, idx):</a:t>
          </a:r>
          <a:br>
            <a:rPr lang="en-US" sz="1900" kern="1200"/>
          </a:br>
          <a:r>
            <a:rPr lang="en-US" sz="1900" kern="1200"/>
            <a:t>        img = Image.open(path).convert('L')</a:t>
          </a:r>
          <a:br>
            <a:rPr lang="en-US" sz="1900" kern="1200"/>
          </a:br>
          <a:r>
            <a:rPr lang="en-US" sz="1900" kern="1200"/>
            <a:t>        img = self.tf(img)           # aug + resize + norm</a:t>
          </a:r>
          <a:br>
            <a:rPr lang="en-US" sz="1900" kern="1200"/>
          </a:br>
          <a:r>
            <a:rPr lang="en-US" sz="1900" kern="1200"/>
            <a:t>        idx = self.label_map[label]  # str → int</a:t>
          </a:r>
          <a:br>
            <a:rPr lang="en-US" sz="1900" kern="1200"/>
          </a:br>
          <a:r>
            <a:rPr lang="en-US" sz="1900" kern="1200"/>
            <a:t>        return img, idx</a:t>
          </a:r>
        </a:p>
      </dsp:txBody>
      <dsp:txXfrm rot="10800000">
        <a:off x="0" y="2509"/>
        <a:ext cx="5051582" cy="22021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C93DCE-9EAF-4DF3-BEC7-440C670B411D}">
      <dsp:nvSpPr>
        <dsp:cNvPr id="0" name=""/>
        <dsp:cNvSpPr/>
      </dsp:nvSpPr>
      <dsp:spPr>
        <a:xfrm>
          <a:off x="145153" y="1672834"/>
          <a:ext cx="1005669" cy="10056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C22FD3-773F-46D0-A5B3-F5C7D6F7C13E}">
      <dsp:nvSpPr>
        <dsp:cNvPr id="0" name=""/>
        <dsp:cNvSpPr/>
      </dsp:nvSpPr>
      <dsp:spPr>
        <a:xfrm>
          <a:off x="356344" y="1884024"/>
          <a:ext cx="583288" cy="5832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8BAA13-CA45-42CD-B58A-C9AAE459B32D}">
      <dsp:nvSpPr>
        <dsp:cNvPr id="0" name=""/>
        <dsp:cNvSpPr/>
      </dsp:nvSpPr>
      <dsp:spPr>
        <a:xfrm>
          <a:off x="1366323" y="1672834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class </a:t>
          </a:r>
          <a:r>
            <a:rPr lang="en-US" sz="1100" b="0" kern="1200" dirty="0" err="1"/>
            <a:t>HandwritingDeepCNN</a:t>
          </a:r>
          <a:r>
            <a:rPr lang="en-US" sz="1100" b="0" kern="1200" dirty="0"/>
            <a:t>(</a:t>
          </a:r>
          <a:r>
            <a:rPr lang="en-US" sz="1100" b="0" kern="1200" dirty="0" err="1"/>
            <a:t>nn.Module</a:t>
          </a:r>
          <a:r>
            <a:rPr lang="en-US" sz="1100" b="0" kern="1200" dirty="0"/>
            <a:t>):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"""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Deeper CNN model with BatchNorm and dropout.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Input: 1 x 64 x 64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Output: 62-class prediction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"""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def __</a:t>
          </a:r>
          <a:r>
            <a:rPr lang="en-US" sz="1100" b="0" kern="1200" dirty="0" err="1"/>
            <a:t>init</a:t>
          </a:r>
          <a:r>
            <a:rPr lang="en-US" sz="1100" b="0" kern="1200" dirty="0"/>
            <a:t>__(self, </a:t>
          </a:r>
          <a:r>
            <a:rPr lang="en-US" sz="1100" b="0" kern="1200" dirty="0" err="1"/>
            <a:t>num_classes</a:t>
          </a:r>
          <a:r>
            <a:rPr lang="en-US" sz="1100" b="0" kern="1200" dirty="0"/>
            <a:t>: int = 62):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super().__</a:t>
          </a:r>
          <a:r>
            <a:rPr lang="en-US" sz="1100" b="0" kern="1200" dirty="0" err="1"/>
            <a:t>init</a:t>
          </a:r>
          <a:r>
            <a:rPr lang="en-US" sz="1100" b="0" kern="1200" dirty="0"/>
            <a:t>__()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 err="1"/>
            <a:t>self.features</a:t>
          </a:r>
          <a:r>
            <a:rPr lang="en-US" sz="1100" b="0" kern="1200" dirty="0"/>
            <a:t> = </a:t>
          </a:r>
          <a:r>
            <a:rPr lang="en-US" sz="1100" b="0" kern="1200" dirty="0" err="1"/>
            <a:t>nn.Sequential</a:t>
          </a:r>
          <a:r>
            <a:rPr lang="en-US" sz="1100" b="0" kern="1200" dirty="0"/>
            <a:t>(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 err="1"/>
            <a:t>ConvBlock</a:t>
          </a:r>
          <a:r>
            <a:rPr lang="en-US" sz="1100" b="0" kern="1200" dirty="0"/>
            <a:t>(1, 64),       </a:t>
          </a:r>
          <a:r>
            <a:rPr lang="en-US" sz="1100" b="1" kern="1200" dirty="0"/>
            <a:t># 64x32x32</a:t>
          </a:r>
          <a:endParaRPr lang="en-US" sz="1100" b="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 err="1"/>
            <a:t>ConvBlock</a:t>
          </a:r>
          <a:r>
            <a:rPr lang="en-US" sz="1100" b="0" kern="1200" dirty="0"/>
            <a:t>(64, 128),     </a:t>
          </a:r>
          <a:r>
            <a:rPr lang="en-US" sz="1100" b="1" kern="1200" dirty="0"/>
            <a:t># 128x16x16</a:t>
          </a:r>
          <a:endParaRPr lang="en-US" sz="1100" b="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 err="1"/>
            <a:t>ConvBlock</a:t>
          </a:r>
          <a:r>
            <a:rPr lang="en-US" sz="1100" b="0" kern="1200" dirty="0"/>
            <a:t>(128, 256),    </a:t>
          </a:r>
          <a:r>
            <a:rPr lang="en-US" sz="1100" b="1" kern="1200" dirty="0"/>
            <a:t># 256x8x8</a:t>
          </a:r>
          <a:endParaRPr lang="en-US" sz="1100" b="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 err="1"/>
            <a:t>ConvBlock</a:t>
          </a:r>
          <a:r>
            <a:rPr lang="en-US" sz="1100" b="0" kern="1200" dirty="0"/>
            <a:t>(256, 256),    </a:t>
          </a:r>
          <a:r>
            <a:rPr lang="en-US" sz="1100" b="1" kern="1200" dirty="0"/>
            <a:t># 256x4x4</a:t>
          </a:r>
          <a:endParaRPr lang="en-US" sz="1100" b="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 err="1"/>
            <a:t>ConvBlock</a:t>
          </a:r>
          <a:r>
            <a:rPr lang="en-US" sz="1100" b="0" kern="1200" dirty="0"/>
            <a:t>(256, 256, pool=False),  </a:t>
          </a:r>
          <a:r>
            <a:rPr lang="en-US" sz="1100" b="1" kern="1200" dirty="0"/>
            <a:t># 256x4x4</a:t>
          </a:r>
          <a:endParaRPr lang="en-US" sz="1100" b="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)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 err="1"/>
            <a:t>self.classifier</a:t>
          </a:r>
          <a:r>
            <a:rPr lang="en-US" sz="1100" b="0" kern="1200" dirty="0"/>
            <a:t> = </a:t>
          </a:r>
          <a:r>
            <a:rPr lang="en-US" sz="1100" b="0" kern="1200" dirty="0" err="1"/>
            <a:t>nn.Sequential</a:t>
          </a:r>
          <a:r>
            <a:rPr lang="en-US" sz="1100" b="0" kern="1200" dirty="0"/>
            <a:t>(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nn.AdaptiveAvgPool2d(1),  </a:t>
          </a:r>
          <a:r>
            <a:rPr lang="en-US" sz="1100" b="1" kern="1200" dirty="0"/>
            <a:t># 256x1x1</a:t>
          </a:r>
          <a:endParaRPr lang="en-US" sz="1100" b="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 err="1"/>
            <a:t>nn.Flatten</a:t>
          </a:r>
          <a:r>
            <a:rPr lang="en-US" sz="1100" b="0" kern="1200" dirty="0"/>
            <a:t>(),             </a:t>
          </a:r>
          <a:r>
            <a:rPr lang="en-US" sz="1100" b="1" kern="1200" dirty="0"/>
            <a:t># 256</a:t>
          </a:r>
          <a:endParaRPr lang="en-US" sz="1100" b="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 err="1"/>
            <a:t>nn.Dropout</a:t>
          </a:r>
          <a:r>
            <a:rPr lang="en-US" sz="1100" b="0" kern="1200" dirty="0"/>
            <a:t>(0.4),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kern="1200" dirty="0"/>
            <a:t>nn.Linear(256, num_classes)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)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def forward(self, x):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x = </a:t>
          </a:r>
          <a:r>
            <a:rPr lang="en-US" sz="1100" b="0" kern="1200" dirty="0" err="1"/>
            <a:t>self.features</a:t>
          </a:r>
          <a:r>
            <a:rPr lang="en-US" sz="1100" b="0" kern="1200" dirty="0"/>
            <a:t>(x)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x = </a:t>
          </a:r>
          <a:r>
            <a:rPr lang="en-US" sz="1100" b="0" kern="1200" dirty="0" err="1"/>
            <a:t>self.classifier</a:t>
          </a:r>
          <a:r>
            <a:rPr lang="en-US" sz="1100" b="0" kern="1200" dirty="0"/>
            <a:t>(x)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return x</a:t>
          </a:r>
          <a:endParaRPr lang="en-US" sz="1100" kern="1200" dirty="0"/>
        </a:p>
      </dsp:txBody>
      <dsp:txXfrm>
        <a:off x="1366323" y="1672834"/>
        <a:ext cx="2370505" cy="1005669"/>
      </dsp:txXfrm>
    </dsp:sp>
    <dsp:sp modelId="{4D5A2F38-DC98-4D33-8154-E6569442B6DF}">
      <dsp:nvSpPr>
        <dsp:cNvPr id="0" name=""/>
        <dsp:cNvSpPr/>
      </dsp:nvSpPr>
      <dsp:spPr>
        <a:xfrm>
          <a:off x="4149871" y="1672834"/>
          <a:ext cx="1005669" cy="100566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54D522-8146-452B-B251-790D85A55855}">
      <dsp:nvSpPr>
        <dsp:cNvPr id="0" name=""/>
        <dsp:cNvSpPr/>
      </dsp:nvSpPr>
      <dsp:spPr>
        <a:xfrm>
          <a:off x="4361061" y="1884024"/>
          <a:ext cx="583288" cy="5832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9D1879-1060-4BDB-91E3-E41A4AEBFDCF}">
      <dsp:nvSpPr>
        <dsp:cNvPr id="0" name=""/>
        <dsp:cNvSpPr/>
      </dsp:nvSpPr>
      <dsp:spPr>
        <a:xfrm>
          <a:off x="5371040" y="1672834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5 ConvBlocks + global pooling → 1.2 M params. Small enough for CPU, big enough for 92 % accuracy.</a:t>
          </a:r>
        </a:p>
      </dsp:txBody>
      <dsp:txXfrm>
        <a:off x="5371040" y="1672834"/>
        <a:ext cx="2370505" cy="100566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D39CEF-93E8-4354-8440-74A9FF506B4D}">
      <dsp:nvSpPr>
        <dsp:cNvPr id="0" name=""/>
        <dsp:cNvSpPr/>
      </dsp:nvSpPr>
      <dsp:spPr>
        <a:xfrm>
          <a:off x="730349" y="274418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2A61FC-5D7F-456E-8F30-E1FFAA4837A4}">
      <dsp:nvSpPr>
        <dsp:cNvPr id="0" name=""/>
        <dsp:cNvSpPr/>
      </dsp:nvSpPr>
      <dsp:spPr>
        <a:xfrm>
          <a:off x="1198349" y="74241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13E2DD-457A-41D3-8541-6F3B80BEB182}">
      <dsp:nvSpPr>
        <dsp:cNvPr id="0" name=""/>
        <dsp:cNvSpPr/>
      </dsp:nvSpPr>
      <dsp:spPr>
        <a:xfrm>
          <a:off x="28349" y="3154419"/>
          <a:ext cx="3600000" cy="92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for epoch in range(20):</a:t>
          </a:r>
          <a:br>
            <a:rPr lang="en-US" sz="1100" kern="1200" dirty="0"/>
          </a:br>
          <a:r>
            <a:rPr lang="en-US" sz="1100" kern="1200" dirty="0"/>
            <a:t>    for x, y in loader:</a:t>
          </a:r>
          <a:br>
            <a:rPr lang="en-US" sz="1100" kern="1200" dirty="0"/>
          </a:br>
          <a:r>
            <a:rPr lang="en-US" sz="1100" kern="1200" dirty="0"/>
            <a:t>        </a:t>
          </a:r>
          <a:r>
            <a:rPr lang="en-US" sz="1100" kern="1200" dirty="0" err="1"/>
            <a:t>opt.zero_grad</a:t>
          </a:r>
          <a:r>
            <a:rPr lang="en-US" sz="1100" kern="1200" dirty="0"/>
            <a:t>()</a:t>
          </a:r>
          <a:br>
            <a:rPr lang="en-US" sz="1100" kern="1200" dirty="0"/>
          </a:br>
          <a:r>
            <a:rPr lang="en-US" sz="1100" kern="1200" dirty="0"/>
            <a:t>        loss = </a:t>
          </a:r>
          <a:r>
            <a:rPr lang="en-US" sz="1100" kern="1200" dirty="0" err="1"/>
            <a:t>ce</a:t>
          </a:r>
          <a:r>
            <a:rPr lang="en-US" sz="1100" kern="1200" dirty="0"/>
            <a:t>(model(x), y)</a:t>
          </a:r>
          <a:br>
            <a:rPr lang="en-US" sz="1100" kern="1200" dirty="0"/>
          </a:br>
          <a:r>
            <a:rPr lang="en-US" sz="1100" kern="1200" dirty="0"/>
            <a:t>        </a:t>
          </a:r>
          <a:r>
            <a:rPr lang="en-US" sz="1100" kern="1200" dirty="0" err="1"/>
            <a:t>loss.backward</a:t>
          </a:r>
          <a:r>
            <a:rPr lang="en-US" sz="1100" kern="1200" dirty="0"/>
            <a:t>(); </a:t>
          </a:r>
          <a:r>
            <a:rPr lang="en-US" sz="1100" kern="1200" dirty="0" err="1"/>
            <a:t>opt.step</a:t>
          </a:r>
          <a:r>
            <a:rPr lang="en-US" sz="1100" kern="1200" dirty="0"/>
            <a:t>()</a:t>
          </a:r>
          <a:br>
            <a:rPr lang="en-US" sz="1100" kern="1200" dirty="0"/>
          </a:br>
          <a:r>
            <a:rPr lang="en-US" sz="1100" kern="1200" dirty="0"/>
            <a:t>    </a:t>
          </a:r>
          <a:r>
            <a:rPr lang="en-US" sz="1100" kern="1200" dirty="0" err="1"/>
            <a:t>scheduler.step</a:t>
          </a:r>
          <a:r>
            <a:rPr lang="en-US" sz="1100" kern="1200" dirty="0"/>
            <a:t>()</a:t>
          </a:r>
        </a:p>
      </dsp:txBody>
      <dsp:txXfrm>
        <a:off x="28349" y="3154419"/>
        <a:ext cx="3600000" cy="922500"/>
      </dsp:txXfrm>
    </dsp:sp>
    <dsp:sp modelId="{8485E7D0-A79E-4CE7-BDB4-25BDF18D30F1}">
      <dsp:nvSpPr>
        <dsp:cNvPr id="0" name=""/>
        <dsp:cNvSpPr/>
      </dsp:nvSpPr>
      <dsp:spPr>
        <a:xfrm>
          <a:off x="4960350" y="274418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D0839F-A1F6-49AC-B440-6045909F5059}">
      <dsp:nvSpPr>
        <dsp:cNvPr id="0" name=""/>
        <dsp:cNvSpPr/>
      </dsp:nvSpPr>
      <dsp:spPr>
        <a:xfrm>
          <a:off x="5428350" y="74241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8ECE48-312A-4F17-B94E-25B53937E8D6}">
      <dsp:nvSpPr>
        <dsp:cNvPr id="0" name=""/>
        <dsp:cNvSpPr/>
      </dsp:nvSpPr>
      <dsp:spPr>
        <a:xfrm>
          <a:off x="4258350" y="3154419"/>
          <a:ext cx="3600000" cy="92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AdamW optimiser + Cosine LR schedule converges to ~92 % accuracy in 20 epochs on CPU.</a:t>
          </a:r>
        </a:p>
      </dsp:txBody>
      <dsp:txXfrm>
        <a:off x="4258350" y="3154419"/>
        <a:ext cx="3600000" cy="9225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F22D8D-742B-4E74-89A6-F48E80B80A25}">
      <dsp:nvSpPr>
        <dsp:cNvPr id="0" name=""/>
        <dsp:cNvSpPr/>
      </dsp:nvSpPr>
      <dsp:spPr>
        <a:xfrm>
          <a:off x="1009209" y="796109"/>
          <a:ext cx="1625062" cy="1625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0EBCA0-D699-4894-85FF-748EAC7CA6D1}">
      <dsp:nvSpPr>
        <dsp:cNvPr id="0" name=""/>
        <dsp:cNvSpPr/>
      </dsp:nvSpPr>
      <dsp:spPr>
        <a:xfrm>
          <a:off x="16115" y="2835228"/>
          <a:ext cx="361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/>
            <a:t>def </a:t>
          </a:r>
          <a:r>
            <a:rPr lang="en-US" sz="1200" b="0" kern="1200" dirty="0" err="1"/>
            <a:t>predict_image</a:t>
          </a:r>
          <a:r>
            <a:rPr lang="en-US" sz="1200" b="0" kern="1200" dirty="0"/>
            <a:t>(</a:t>
          </a:r>
          <a:r>
            <a:rPr lang="en-US" sz="1200" b="0" kern="1200" dirty="0" err="1"/>
            <a:t>image_path</a:t>
          </a:r>
          <a:r>
            <a:rPr lang="en-US" sz="1200" b="0" kern="1200" dirty="0"/>
            <a:t>):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 err="1"/>
            <a:t>img</a:t>
          </a:r>
          <a:r>
            <a:rPr lang="en-US" sz="1200" b="0" kern="1200" dirty="0"/>
            <a:t> = </a:t>
          </a:r>
          <a:r>
            <a:rPr lang="en-US" sz="1200" b="0" kern="1200" dirty="0" err="1"/>
            <a:t>Image.open</a:t>
          </a:r>
          <a:r>
            <a:rPr lang="en-US" sz="1200" b="0" kern="1200" dirty="0"/>
            <a:t>(</a:t>
          </a:r>
          <a:r>
            <a:rPr lang="en-US" sz="1200" b="0" kern="1200" dirty="0" err="1"/>
            <a:t>image_path</a:t>
          </a:r>
          <a:r>
            <a:rPr lang="en-US" sz="1200" b="0" kern="1200" dirty="0"/>
            <a:t>).convert("L")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 err="1"/>
            <a:t>img_tensor</a:t>
          </a:r>
          <a:r>
            <a:rPr lang="en-US" sz="1200" b="0" kern="1200" dirty="0"/>
            <a:t> = </a:t>
          </a:r>
          <a:r>
            <a:rPr lang="en-US" sz="1200" b="0" kern="1200" dirty="0" err="1"/>
            <a:t>test_tfms</a:t>
          </a:r>
          <a:r>
            <a:rPr lang="en-US" sz="1200" b="0" kern="1200" dirty="0"/>
            <a:t>(</a:t>
          </a:r>
          <a:r>
            <a:rPr lang="en-US" sz="1200" b="0" kern="1200" dirty="0" err="1"/>
            <a:t>img</a:t>
          </a:r>
          <a:r>
            <a:rPr lang="en-US" sz="1200" b="0" kern="1200" dirty="0"/>
            <a:t>).</a:t>
          </a:r>
          <a:r>
            <a:rPr lang="en-US" sz="1200" b="0" kern="1200" dirty="0" err="1"/>
            <a:t>unsqueeze</a:t>
          </a:r>
          <a:r>
            <a:rPr lang="en-US" sz="1200" b="0" kern="1200" dirty="0"/>
            <a:t>(0).to(DEVICE)</a:t>
          </a:r>
          <a:endParaRPr lang="en-US" sz="1200" kern="1200" dirty="0"/>
        </a:p>
      </dsp:txBody>
      <dsp:txXfrm>
        <a:off x="16115" y="2835228"/>
        <a:ext cx="3611250" cy="720000"/>
      </dsp:txXfrm>
    </dsp:sp>
    <dsp:sp modelId="{7B8B68FB-142F-4559-B4F3-E51EC3739430}">
      <dsp:nvSpPr>
        <dsp:cNvPr id="0" name=""/>
        <dsp:cNvSpPr/>
      </dsp:nvSpPr>
      <dsp:spPr>
        <a:xfrm>
          <a:off x="5252428" y="796109"/>
          <a:ext cx="1625062" cy="1625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F9842-B009-45D0-9F6B-956FBD393CB7}">
      <dsp:nvSpPr>
        <dsp:cNvPr id="0" name=""/>
        <dsp:cNvSpPr/>
      </dsp:nvSpPr>
      <dsp:spPr>
        <a:xfrm>
          <a:off x="4259334" y="2835228"/>
          <a:ext cx="361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Loads saved weights, applies the same transform, prints predicted character.</a:t>
          </a:r>
        </a:p>
      </dsp:txBody>
      <dsp:txXfrm>
        <a:off x="4259334" y="2835228"/>
        <a:ext cx="361125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B12831-DAA8-4466-AA05-F85524B95F78}">
      <dsp:nvSpPr>
        <dsp:cNvPr id="0" name=""/>
        <dsp:cNvSpPr/>
      </dsp:nvSpPr>
      <dsp:spPr>
        <a:xfrm>
          <a:off x="0" y="1754875"/>
          <a:ext cx="1136426" cy="7216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DBDEC45-E1E1-4F77-81CD-CAA0DC433B2B}">
      <dsp:nvSpPr>
        <dsp:cNvPr id="0" name=""/>
        <dsp:cNvSpPr/>
      </dsp:nvSpPr>
      <dsp:spPr>
        <a:xfrm>
          <a:off x="126269" y="1874831"/>
          <a:ext cx="1136426" cy="72163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▸ Final accuracy ~92 % on validation set.</a:t>
          </a:r>
        </a:p>
      </dsp:txBody>
      <dsp:txXfrm>
        <a:off x="147405" y="1895967"/>
        <a:ext cx="1094154" cy="679358"/>
      </dsp:txXfrm>
    </dsp:sp>
    <dsp:sp modelId="{0AA95216-8FA1-49A4-ACCE-11CA02B50597}">
      <dsp:nvSpPr>
        <dsp:cNvPr id="0" name=""/>
        <dsp:cNvSpPr/>
      </dsp:nvSpPr>
      <dsp:spPr>
        <a:xfrm>
          <a:off x="1388965" y="1754875"/>
          <a:ext cx="1136426" cy="7216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ABBBDFE-F651-417A-A587-901B0CD3EB85}">
      <dsp:nvSpPr>
        <dsp:cNvPr id="0" name=""/>
        <dsp:cNvSpPr/>
      </dsp:nvSpPr>
      <dsp:spPr>
        <a:xfrm>
          <a:off x="1515234" y="1874831"/>
          <a:ext cx="1136426" cy="72163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▸ CPU inference latency ≈ 8 ms per glyph.</a:t>
          </a:r>
        </a:p>
      </dsp:txBody>
      <dsp:txXfrm>
        <a:off x="1536370" y="1895967"/>
        <a:ext cx="1094154" cy="679358"/>
      </dsp:txXfrm>
    </dsp:sp>
    <dsp:sp modelId="{E0FE5BAE-E0EA-47F0-A0A3-8A5CF714B58C}">
      <dsp:nvSpPr>
        <dsp:cNvPr id="0" name=""/>
        <dsp:cNvSpPr/>
      </dsp:nvSpPr>
      <dsp:spPr>
        <a:xfrm>
          <a:off x="2777930" y="1754875"/>
          <a:ext cx="1136426" cy="7216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F828348-2AD0-4E68-88F9-D8EA35C5C3CC}">
      <dsp:nvSpPr>
        <dsp:cNvPr id="0" name=""/>
        <dsp:cNvSpPr/>
      </dsp:nvSpPr>
      <dsp:spPr>
        <a:xfrm>
          <a:off x="2904199" y="1874831"/>
          <a:ext cx="1136426" cy="72163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▸ Demo runs in any browser ― draw or upload, immediate feedback.</a:t>
          </a:r>
        </a:p>
      </dsp:txBody>
      <dsp:txXfrm>
        <a:off x="2925335" y="1895967"/>
        <a:ext cx="1094154" cy="6793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700" dirty="0"/>
              <a:t>Real‑World Handwritten Character Recognition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Salman Syed 131354</a:t>
            </a:r>
          </a:p>
          <a:p>
            <a:pPr algn="l"/>
            <a:r>
              <a:rPr lang="en-US" dirty="0"/>
              <a:t>Prof. Azir Aliu</a:t>
            </a:r>
          </a:p>
        </p:txBody>
      </p:sp>
      <p:pic>
        <p:nvPicPr>
          <p:cNvPr id="5" name="Picture 4" descr="Complex math formulas on a blackboard">
            <a:extLst>
              <a:ext uri="{FF2B5EF4-FFF2-40B4-BE49-F238E27FC236}">
                <a16:creationId xmlns:a16="http://schemas.microsoft.com/office/drawing/2014/main" id="{AACA59BB-9AB4-9F57-EBFB-F561F5A9C7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371" r="24447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📌 Motivation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8F273C-3854-E1C9-FDAB-D2A5173843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139686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📁 Dataset Preparation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48DFFB-393F-226C-78F0-102475D710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7704884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🖼 Image Pre‑processing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E2B083-9914-90D4-4A18-05099EE9B3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7778075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🧾 Label Encoding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80498038-C126-5F65-96AB-31825472AE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921430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8946" y="859948"/>
            <a:ext cx="2240924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📂 dataset.py  (core)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64089" y="434266"/>
            <a:ext cx="5413275" cy="5922084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B79FBB-031F-151F-25A3-F527660011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3296010"/>
              </p:ext>
            </p:extLst>
          </p:nvPr>
        </p:nvGraphicFramePr>
        <p:xfrm>
          <a:off x="3572933" y="609600"/>
          <a:ext cx="5051582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698" y="-119200"/>
            <a:ext cx="7886700" cy="1133693"/>
          </a:xfrm>
        </p:spPr>
        <p:txBody>
          <a:bodyPr>
            <a:normAutofit/>
          </a:bodyPr>
          <a:lstStyle/>
          <a:p>
            <a:r>
              <a:rPr lang="en-US" sz="4500" dirty="0"/>
              <a:t>🧠 model.py  (CNN)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C385C4-FC4D-02A2-E657-70E4C363B9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487259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🏋️‍ Training Loop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6F3BD2-F25A-8567-747C-1D37EBE21D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8971838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🔍 inference.py (offline test)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4E206BB-BAE4-74B9-CD15-D9FE7F51BC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1848894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🌐 app.py  (/predict)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dirty="0"/>
              <a:t>Single JSON endpoint – decodes base64 PNG, preprocess, CNN inference, returns character.</a:t>
            </a:r>
            <a:endParaRPr lang="en-US" dirty="0"/>
          </a:p>
          <a:p>
            <a:r>
              <a:rPr lang="en-US" sz="1100" dirty="0"/>
              <a:t>@app.route("/predict", methods=["POST"])</a:t>
            </a:r>
          </a:p>
          <a:p>
            <a:r>
              <a:rPr lang="en-US" sz="1100" dirty="0"/>
              <a:t>def predict():</a:t>
            </a:r>
          </a:p>
          <a:p>
            <a:r>
              <a:rPr lang="en-US" sz="1100" dirty="0"/>
              <a:t>    </a:t>
            </a:r>
            <a:r>
              <a:rPr lang="en-US" sz="1100" dirty="0" err="1"/>
              <a:t>data_uri</a:t>
            </a:r>
            <a:r>
              <a:rPr lang="en-US" sz="1100" dirty="0"/>
              <a:t> = (</a:t>
            </a:r>
            <a:r>
              <a:rPr lang="en-US" sz="1100" dirty="0" err="1"/>
              <a:t>request.json</a:t>
            </a:r>
            <a:r>
              <a:rPr lang="en-US" sz="1100" dirty="0"/>
              <a:t> or {}).get("image", "")</a:t>
            </a:r>
          </a:p>
          <a:p>
            <a:r>
              <a:rPr lang="en-US" sz="1100" dirty="0"/>
              <a:t>    if "," not in </a:t>
            </a:r>
            <a:r>
              <a:rPr lang="en-US" sz="1100" dirty="0" err="1"/>
              <a:t>data_uri</a:t>
            </a:r>
            <a:r>
              <a:rPr lang="en-US" sz="1100" dirty="0"/>
              <a:t>:</a:t>
            </a:r>
          </a:p>
          <a:p>
            <a:r>
              <a:rPr lang="en-US" sz="1100" dirty="0"/>
              <a:t>        return </a:t>
            </a:r>
            <a:r>
              <a:rPr lang="en-US" sz="1100" dirty="0" err="1"/>
              <a:t>jsonify</a:t>
            </a:r>
            <a:r>
              <a:rPr lang="en-US" sz="1100" dirty="0"/>
              <a:t>({"error": "no image"}), 400</a:t>
            </a:r>
          </a:p>
          <a:p>
            <a:br>
              <a:rPr lang="en-US" sz="1100" dirty="0"/>
            </a:br>
            <a:r>
              <a:rPr lang="en-US" sz="1100" dirty="0"/>
              <a:t>    _, enc = </a:t>
            </a:r>
            <a:r>
              <a:rPr lang="en-US" sz="1100" dirty="0" err="1"/>
              <a:t>data_uri.split</a:t>
            </a:r>
            <a:r>
              <a:rPr lang="en-US" sz="1100" dirty="0"/>
              <a:t>(",", 1)</a:t>
            </a:r>
          </a:p>
          <a:p>
            <a:r>
              <a:rPr lang="en-US" sz="1100" dirty="0"/>
              <a:t>    </a:t>
            </a:r>
            <a:r>
              <a:rPr lang="en-US" sz="1100" dirty="0" err="1"/>
              <a:t>pil</a:t>
            </a:r>
            <a:r>
              <a:rPr lang="en-US" sz="1100" dirty="0"/>
              <a:t>    = </a:t>
            </a:r>
            <a:r>
              <a:rPr lang="en-US" sz="1100" dirty="0" err="1"/>
              <a:t>Image.open</a:t>
            </a:r>
            <a:r>
              <a:rPr lang="en-US" sz="1100" dirty="0"/>
              <a:t>(</a:t>
            </a:r>
            <a:r>
              <a:rPr lang="en-US" sz="1100" dirty="0" err="1"/>
              <a:t>io.BytesIO</a:t>
            </a:r>
            <a:r>
              <a:rPr lang="en-US" sz="1100" dirty="0"/>
              <a:t>(base64.b64decode(enc)))</a:t>
            </a:r>
          </a:p>
          <a:p>
            <a:br>
              <a:rPr lang="en-US" sz="1100" dirty="0"/>
            </a:br>
            <a:r>
              <a:rPr lang="en-US" sz="1100" dirty="0"/>
              <a:t>    with </a:t>
            </a:r>
            <a:r>
              <a:rPr lang="en-US" sz="1100" dirty="0" err="1"/>
              <a:t>torch.no_grad</a:t>
            </a:r>
            <a:r>
              <a:rPr lang="en-US" sz="1100" dirty="0"/>
              <a:t>():</a:t>
            </a:r>
          </a:p>
          <a:p>
            <a:r>
              <a:rPr lang="en-US" sz="1100" dirty="0"/>
              <a:t>        out   = model(preprocess(</a:t>
            </a:r>
            <a:r>
              <a:rPr lang="en-US" sz="1100" dirty="0" err="1"/>
              <a:t>pil</a:t>
            </a:r>
            <a:r>
              <a:rPr lang="en-US" sz="1100" dirty="0"/>
              <a:t>))</a:t>
            </a:r>
          </a:p>
          <a:p>
            <a:r>
              <a:rPr lang="en-US" sz="1100" dirty="0"/>
              <a:t>        probs = </a:t>
            </a:r>
            <a:r>
              <a:rPr lang="en-US" sz="1100" dirty="0" err="1"/>
              <a:t>softmax</a:t>
            </a:r>
            <a:r>
              <a:rPr lang="en-US" sz="1100" dirty="0"/>
              <a:t>(out)</a:t>
            </a:r>
          </a:p>
          <a:p>
            <a:r>
              <a:rPr lang="en-US" sz="1100" dirty="0"/>
              <a:t>        </a:t>
            </a:r>
            <a:r>
              <a:rPr lang="en-US" sz="1100" dirty="0" err="1"/>
              <a:t>idx</a:t>
            </a:r>
            <a:r>
              <a:rPr lang="en-US" sz="1100" dirty="0"/>
              <a:t>   = </a:t>
            </a:r>
            <a:r>
              <a:rPr lang="en-US" sz="1100" dirty="0" err="1"/>
              <a:t>probs.argmax</a:t>
            </a:r>
            <a:r>
              <a:rPr lang="en-US" sz="1100" dirty="0"/>
              <a:t>().item()</a:t>
            </a:r>
          </a:p>
          <a:p>
            <a:r>
              <a:rPr lang="en-US" sz="1100" dirty="0"/>
              <a:t>        conf  = probs[0, </a:t>
            </a:r>
            <a:r>
              <a:rPr lang="en-US" sz="1100" dirty="0" err="1"/>
              <a:t>idx</a:t>
            </a:r>
            <a:r>
              <a:rPr lang="en-US" sz="1100" dirty="0"/>
              <a:t>].item()</a:t>
            </a:r>
          </a:p>
          <a:p>
            <a:br>
              <a:rPr lang="en-US" sz="1100" dirty="0"/>
            </a:br>
            <a:r>
              <a:rPr lang="en-US" sz="1100" dirty="0"/>
              <a:t>    return </a:t>
            </a:r>
            <a:r>
              <a:rPr lang="en-US" sz="1100" dirty="0" err="1"/>
              <a:t>jsonify</a:t>
            </a:r>
            <a:r>
              <a:rPr lang="en-US" sz="1100" dirty="0"/>
              <a:t>({"pred": </a:t>
            </a:r>
            <a:r>
              <a:rPr lang="en-US" sz="1100" dirty="0" err="1"/>
              <a:t>label_map</a:t>
            </a:r>
            <a:r>
              <a:rPr lang="en-US" sz="1100" dirty="0"/>
              <a:t>[</a:t>
            </a:r>
            <a:r>
              <a:rPr lang="en-US" sz="1100" dirty="0" err="1"/>
              <a:t>idx</a:t>
            </a:r>
            <a:r>
              <a:rPr lang="en-US" sz="1100" dirty="0"/>
              <a:t>], "conf": round(conf, 3)})</a:t>
            </a: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💻 script.js  (canvas predict)</a:t>
            </a:r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/>
          </a:bodyPr>
          <a:lstStyle/>
          <a:p>
            <a:pPr>
              <a:spcAft>
                <a:spcPts val="1000"/>
              </a:spcAft>
              <a:defRPr sz="1200">
                <a:latin typeface="Courier New"/>
              </a:defRPr>
            </a:pPr>
            <a:r>
              <a:t>btn.onclick = async () =&gt; {</a:t>
            </a:r>
            <a:br/>
            <a:r>
              <a:t>  const res = await fetch('/predict', {</a:t>
            </a:r>
            <a:br/>
            <a:r>
              <a:t>    method:'POST',</a:t>
            </a:r>
            <a:br/>
            <a:r>
              <a:t>    headers:{'Content-Type':'application/json'},</a:t>
            </a:r>
            <a:br/>
            <a:r>
              <a:t>    body:JSON.stringify({image:canvas.toDataURL('image/png')})</a:t>
            </a:r>
            <a:br/>
            <a:r>
              <a:t>  });</a:t>
            </a:r>
            <a:br/>
            <a:r>
              <a:t>  result.textContent = (await res.json()).pred;</a:t>
            </a:r>
            <a:br/>
            <a:r>
              <a:t>};</a:t>
            </a:r>
          </a:p>
          <a:p>
            <a:pPr>
              <a:defRPr sz="1800"/>
            </a:pPr>
            <a:r>
              <a:t>Touch‑friendly canvas serialises to PNG, hits /predict, shows result under 100 ms.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040626" cy="1325563"/>
          </a:xfrm>
        </p:spPr>
        <p:txBody>
          <a:bodyPr>
            <a:normAutofit/>
          </a:bodyPr>
          <a:lstStyle/>
          <a:p>
            <a:r>
              <a:t>📊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27CFCD-ED35-C829-21CD-2726BEBAC7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86" r="26766" b="2"/>
          <a:stretch>
            <a:fillRect/>
          </a:stretch>
        </p:blipFill>
        <p:spPr>
          <a:xfrm>
            <a:off x="4965970" y="1295416"/>
            <a:ext cx="4178030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12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2588" y="1656147"/>
            <a:ext cx="409575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1054" y="587516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7D03A9-E51F-F148-C4D6-B82867B54F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709674"/>
              </p:ext>
            </p:extLst>
          </p:nvPr>
        </p:nvGraphicFramePr>
        <p:xfrm>
          <a:off x="628650" y="1825625"/>
          <a:ext cx="404062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1696472" y="-729002"/>
            <a:ext cx="5649003" cy="7988753"/>
          </a:xfrm>
          <a:custGeom>
            <a:avLst/>
            <a:gdLst>
              <a:gd name="connsiteX0" fmla="*/ 0 w 5649003"/>
              <a:gd name="connsiteY0" fmla="*/ 3994377 h 7988753"/>
              <a:gd name="connsiteX1" fmla="*/ 2824502 w 5649003"/>
              <a:gd name="connsiteY1" fmla="*/ 0 h 7988753"/>
              <a:gd name="connsiteX2" fmla="*/ 5649004 w 5649003"/>
              <a:gd name="connsiteY2" fmla="*/ 3994377 h 7988753"/>
              <a:gd name="connsiteX3" fmla="*/ 2824502 w 5649003"/>
              <a:gd name="connsiteY3" fmla="*/ 7988754 h 7988753"/>
              <a:gd name="connsiteX4" fmla="*/ 0 w 5649003"/>
              <a:gd name="connsiteY4" fmla="*/ 3994377 h 7988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9003" h="7988753" fill="none" extrusionOk="0">
                <a:moveTo>
                  <a:pt x="0" y="3994377"/>
                </a:moveTo>
                <a:cubicBezTo>
                  <a:pt x="186946" y="1724370"/>
                  <a:pt x="1438121" y="-52385"/>
                  <a:pt x="2824502" y="0"/>
                </a:cubicBezTo>
                <a:cubicBezTo>
                  <a:pt x="4573533" y="-25557"/>
                  <a:pt x="5524760" y="1760129"/>
                  <a:pt x="5649004" y="3994377"/>
                </a:cubicBezTo>
                <a:cubicBezTo>
                  <a:pt x="5518761" y="6222535"/>
                  <a:pt x="4285196" y="8231096"/>
                  <a:pt x="2824502" y="7988754"/>
                </a:cubicBezTo>
                <a:cubicBezTo>
                  <a:pt x="1332602" y="8079924"/>
                  <a:pt x="181951" y="6393158"/>
                  <a:pt x="0" y="3994377"/>
                </a:cubicBezTo>
                <a:close/>
              </a:path>
              <a:path w="5649003" h="7988753" stroke="0" extrusionOk="0">
                <a:moveTo>
                  <a:pt x="0" y="3994377"/>
                </a:moveTo>
                <a:cubicBezTo>
                  <a:pt x="-54350" y="1735993"/>
                  <a:pt x="1351726" y="167869"/>
                  <a:pt x="2824502" y="0"/>
                </a:cubicBezTo>
                <a:cubicBezTo>
                  <a:pt x="4343116" y="-29476"/>
                  <a:pt x="5695592" y="2113332"/>
                  <a:pt x="5649004" y="3994377"/>
                </a:cubicBezTo>
                <a:cubicBezTo>
                  <a:pt x="5518596" y="6213441"/>
                  <a:pt x="4081190" y="7959286"/>
                  <a:pt x="2824502" y="7988754"/>
                </a:cubicBezTo>
                <a:cubicBezTo>
                  <a:pt x="1192166" y="7815502"/>
                  <a:pt x="-92001" y="6198372"/>
                  <a:pt x="0" y="3994377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9908" y="1911096"/>
            <a:ext cx="6041898" cy="2076651"/>
          </a:xfrm>
        </p:spPr>
        <p:txBody>
          <a:bodyPr anchor="b">
            <a:normAutofit/>
          </a:bodyPr>
          <a:lstStyle/>
          <a:p>
            <a:r>
              <a:rPr lang="en-US" sz="570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0874" y="4353507"/>
            <a:ext cx="4299966" cy="93268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173498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999</Words>
  <Application>Microsoft Office PowerPoint</Application>
  <PresentationFormat>On-screen Show (4:3)</PresentationFormat>
  <Paragraphs>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Real‑World Handwritten Character Recognition</vt:lpstr>
      <vt:lpstr>📌 Motivation</vt:lpstr>
      <vt:lpstr>📁 Dataset Preparation</vt:lpstr>
      <vt:lpstr>🖼 Image Pre‑processing</vt:lpstr>
      <vt:lpstr>🧾 Label Encoding</vt:lpstr>
      <vt:lpstr>📂 dataset.py  (core)</vt:lpstr>
      <vt:lpstr>🧠 model.py  (CNN)</vt:lpstr>
      <vt:lpstr>🏋️‍ Training Loop</vt:lpstr>
      <vt:lpstr>🔍 inference.py (offline test)</vt:lpstr>
      <vt:lpstr>🌐 app.py  (/predict)</vt:lpstr>
      <vt:lpstr>💻 script.js  (canvas predict)</vt:lpstr>
      <vt:lpstr>📊 Results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Salman Syed</cp:lastModifiedBy>
  <cp:revision>4</cp:revision>
  <dcterms:created xsi:type="dcterms:W3CDTF">2013-01-27T09:14:16Z</dcterms:created>
  <dcterms:modified xsi:type="dcterms:W3CDTF">2025-06-27T13:32:19Z</dcterms:modified>
  <cp:category/>
</cp:coreProperties>
</file>